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3"/>
  </p:notesMasterIdLst>
  <p:sldIdLst>
    <p:sldId id="2561" r:id="rId5"/>
    <p:sldId id="2563" r:id="rId6"/>
    <p:sldId id="2564" r:id="rId7"/>
    <p:sldId id="2565" r:id="rId8"/>
    <p:sldId id="2566" r:id="rId9"/>
    <p:sldId id="2567" r:id="rId10"/>
    <p:sldId id="2568" r:id="rId11"/>
    <p:sldId id="2569" r:id="rId12"/>
    <p:sldId id="2575" r:id="rId13"/>
    <p:sldId id="2574" r:id="rId14"/>
    <p:sldId id="2576" r:id="rId15"/>
    <p:sldId id="2577" r:id="rId16"/>
    <p:sldId id="2578" r:id="rId17"/>
    <p:sldId id="2570" r:id="rId18"/>
    <p:sldId id="2571" r:id="rId19"/>
    <p:sldId id="2572" r:id="rId20"/>
    <p:sldId id="2562" r:id="rId21"/>
    <p:sldId id="2573"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sychiatry Journal Club: Critical Appraisal Template (PMID 41762225)" id="{C4FC7288-6DCB-4F11-9B92-F93C5791DCB8}">
          <p14:sldIdLst>
            <p14:sldId id="2561"/>
          </p14:sldIdLst>
        </p14:section>
        <p14:section name="Clinical Context and Rationale" id="{C8270782-1D66-4236-8C0A-0E84CD107A2B}">
          <p14:sldIdLst>
            <p14:sldId id="2563"/>
          </p14:sldIdLst>
        </p14:section>
        <p14:section name="Study Design and Methods" id="{6D64F8CE-0AB0-47A1-8903-5017912CAF56}">
          <p14:sldIdLst>
            <p14:sldId id="2564"/>
            <p14:sldId id="2565"/>
          </p14:sldIdLst>
        </p14:section>
        <p14:section name="Participants and Measurements" id="{60EBC8B0-EDA4-4485-8159-53B086CC2BC6}">
          <p14:sldIdLst>
            <p14:sldId id="2566"/>
            <p14:sldId id="2567"/>
          </p14:sldIdLst>
        </p14:section>
        <p14:section name="Statistical Analysis" id="{B4025B13-A51A-4D0E-B1F8-629476651A25}">
          <p14:sldIdLst>
            <p14:sldId id="2568"/>
            <p14:sldId id="2569"/>
          </p14:sldIdLst>
        </p14:section>
        <p14:section name="Results" id="{0354A82F-18F3-4775-9681-A487EC567597}">
          <p14:sldIdLst>
            <p14:sldId id="2575"/>
            <p14:sldId id="2574"/>
            <p14:sldId id="2576"/>
            <p14:sldId id="2577"/>
            <p14:sldId id="2578"/>
            <p14:sldId id="2570"/>
            <p14:sldId id="2571"/>
          </p14:sldIdLst>
        </p14:section>
        <p14:section name="Limitations and Clinical Implications" id="{45DB9C93-FCAD-4682-8CB2-948369369D25}">
          <p14:sldIdLst>
            <p14:sldId id="2572"/>
            <p14:sldId id="2562"/>
            <p14:sldId id="2573"/>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A7A8D90-8995-4198-AF99-62B55A5AF2FE}" v="10" dt="2026-03-16T20:21:38.67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0" d="100"/>
          <a:sy n="60" d="100"/>
        </p:scale>
        <p:origin x="-1194" y="26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9A2D662F-0606-4FC0-8ED4-C51CDD79CFC7}"/>
    <pc:docChg chg="addSld delSld addSection">
      <pc:chgData name="" userId="" providerId="" clId="Web-{9A2D662F-0606-4FC0-8ED4-C51CDD79CFC7}" dt="2026-03-13T13:26:07.932" v="0" actId="34807"/>
      <pc:docMkLst>
        <pc:docMk/>
      </pc:docMkLst>
      <pc:sldChg chg="add">
        <pc:chgData name="" userId="" providerId="" clId="Web-{9A2D662F-0606-4FC0-8ED4-C51CDD79CFC7}" dt="2026-03-13T13:26:07.932" v="0" actId="34807"/>
        <pc:sldMkLst>
          <pc:docMk/>
          <pc:sldMk cId="3813860091" sldId="2561"/>
        </pc:sldMkLst>
      </pc:sldChg>
      <pc:sldChg chg="add">
        <pc:chgData name="" userId="" providerId="" clId="Web-{9A2D662F-0606-4FC0-8ED4-C51CDD79CFC7}" dt="2026-03-13T13:26:07.932" v="0" actId="34807"/>
        <pc:sldMkLst>
          <pc:docMk/>
          <pc:sldMk cId="2298306299" sldId="2562"/>
        </pc:sldMkLst>
      </pc:sldChg>
      <pc:sldChg chg="add">
        <pc:chgData name="" userId="" providerId="" clId="Web-{9A2D662F-0606-4FC0-8ED4-C51CDD79CFC7}" dt="2026-03-13T13:26:07.932" v="0" actId="34807"/>
        <pc:sldMkLst>
          <pc:docMk/>
          <pc:sldMk cId="507025131" sldId="2563"/>
        </pc:sldMkLst>
      </pc:sldChg>
      <pc:sldChg chg="add">
        <pc:chgData name="" userId="" providerId="" clId="Web-{9A2D662F-0606-4FC0-8ED4-C51CDD79CFC7}" dt="2026-03-13T13:26:07.932" v="0" actId="34807"/>
        <pc:sldMkLst>
          <pc:docMk/>
          <pc:sldMk cId="3903273723" sldId="2564"/>
        </pc:sldMkLst>
      </pc:sldChg>
      <pc:sldChg chg="add">
        <pc:chgData name="" userId="" providerId="" clId="Web-{9A2D662F-0606-4FC0-8ED4-C51CDD79CFC7}" dt="2026-03-13T13:26:07.932" v="0" actId="34807"/>
        <pc:sldMkLst>
          <pc:docMk/>
          <pc:sldMk cId="3846344230" sldId="2565"/>
        </pc:sldMkLst>
      </pc:sldChg>
      <pc:sldChg chg="add">
        <pc:chgData name="" userId="" providerId="" clId="Web-{9A2D662F-0606-4FC0-8ED4-C51CDD79CFC7}" dt="2026-03-13T13:26:07.932" v="0" actId="34807"/>
        <pc:sldMkLst>
          <pc:docMk/>
          <pc:sldMk cId="2627405602" sldId="2566"/>
        </pc:sldMkLst>
      </pc:sldChg>
      <pc:sldChg chg="add">
        <pc:chgData name="" userId="" providerId="" clId="Web-{9A2D662F-0606-4FC0-8ED4-C51CDD79CFC7}" dt="2026-03-13T13:26:07.932" v="0" actId="34807"/>
        <pc:sldMkLst>
          <pc:docMk/>
          <pc:sldMk cId="1575667" sldId="2567"/>
        </pc:sldMkLst>
      </pc:sldChg>
      <pc:sldChg chg="add">
        <pc:chgData name="" userId="" providerId="" clId="Web-{9A2D662F-0606-4FC0-8ED4-C51CDD79CFC7}" dt="2026-03-13T13:26:07.932" v="0" actId="34807"/>
        <pc:sldMkLst>
          <pc:docMk/>
          <pc:sldMk cId="3883248887" sldId="2568"/>
        </pc:sldMkLst>
      </pc:sldChg>
      <pc:sldChg chg="add">
        <pc:chgData name="" userId="" providerId="" clId="Web-{9A2D662F-0606-4FC0-8ED4-C51CDD79CFC7}" dt="2026-03-13T13:26:07.932" v="0" actId="34807"/>
        <pc:sldMkLst>
          <pc:docMk/>
          <pc:sldMk cId="2878870169" sldId="2569"/>
        </pc:sldMkLst>
      </pc:sldChg>
      <pc:sldChg chg="add">
        <pc:chgData name="" userId="" providerId="" clId="Web-{9A2D662F-0606-4FC0-8ED4-C51CDD79CFC7}" dt="2026-03-13T13:26:07.932" v="0" actId="34807"/>
        <pc:sldMkLst>
          <pc:docMk/>
          <pc:sldMk cId="53477023" sldId="2570"/>
        </pc:sldMkLst>
      </pc:sldChg>
      <pc:sldChg chg="add">
        <pc:chgData name="" userId="" providerId="" clId="Web-{9A2D662F-0606-4FC0-8ED4-C51CDD79CFC7}" dt="2026-03-13T13:26:07.932" v="0" actId="34807"/>
        <pc:sldMkLst>
          <pc:docMk/>
          <pc:sldMk cId="527233391" sldId="2571"/>
        </pc:sldMkLst>
      </pc:sldChg>
      <pc:sldChg chg="add">
        <pc:chgData name="" userId="" providerId="" clId="Web-{9A2D662F-0606-4FC0-8ED4-C51CDD79CFC7}" dt="2026-03-13T13:26:07.932" v="0" actId="34807"/>
        <pc:sldMkLst>
          <pc:docMk/>
          <pc:sldMk cId="3809396221" sldId="2572"/>
        </pc:sldMkLst>
      </pc:sldChg>
      <pc:sldChg chg="add">
        <pc:chgData name="" userId="" providerId="" clId="Web-{9A2D662F-0606-4FC0-8ED4-C51CDD79CFC7}" dt="2026-03-13T13:26:07.932" v="0" actId="34807"/>
        <pc:sldMkLst>
          <pc:docMk/>
          <pc:sldMk cId="2072836367" sldId="2573"/>
        </pc:sldMkLst>
      </pc:sldChg>
    </pc:docChg>
  </pc:docChgLst>
  <pc:docChgLst>
    <pc:chgData name="Emilio Hospedales" userId="69af68e90b2828ad" providerId="LiveId" clId="{F05E2A6A-AEAB-415F-B69D-305FD6824524}"/>
    <pc:docChg chg="undo custSel addSld modSld sldOrd modSection">
      <pc:chgData name="Emilio Hospedales" userId="69af68e90b2828ad" providerId="LiveId" clId="{F05E2A6A-AEAB-415F-B69D-305FD6824524}" dt="2026-03-16T20:31:30.162" v="1412" actId="20577"/>
      <pc:docMkLst>
        <pc:docMk/>
      </pc:docMkLst>
      <pc:sldChg chg="addSp delSp modSp mod">
        <pc:chgData name="Emilio Hospedales" userId="69af68e90b2828ad" providerId="LiveId" clId="{F05E2A6A-AEAB-415F-B69D-305FD6824524}" dt="2026-03-16T19:58:45.544" v="118" actId="1076"/>
        <pc:sldMkLst>
          <pc:docMk/>
          <pc:sldMk cId="3813860091" sldId="2561"/>
        </pc:sldMkLst>
        <pc:spChg chg="add del mod">
          <ac:chgData name="Emilio Hospedales" userId="69af68e90b2828ad" providerId="LiveId" clId="{F05E2A6A-AEAB-415F-B69D-305FD6824524}" dt="2026-03-16T19:57:43.022" v="6" actId="478"/>
          <ac:spMkLst>
            <pc:docMk/>
            <pc:sldMk cId="3813860091" sldId="2561"/>
            <ac:spMk id="3" creationId="{1F22E4EA-8C3E-A31E-461D-7269FA51B19A}"/>
          </ac:spMkLst>
        </pc:spChg>
        <pc:spChg chg="add del mod">
          <ac:chgData name="Emilio Hospedales" userId="69af68e90b2828ad" providerId="LiveId" clId="{F05E2A6A-AEAB-415F-B69D-305FD6824524}" dt="2026-03-16T19:58:45.544" v="118" actId="1076"/>
          <ac:spMkLst>
            <pc:docMk/>
            <pc:sldMk cId="3813860091" sldId="2561"/>
            <ac:spMk id="9" creationId="{29E360D5-C8D9-4E10-831D-85363092994B}"/>
          </ac:spMkLst>
        </pc:spChg>
        <pc:spChg chg="add del mod">
          <ac:chgData name="Emilio Hospedales" userId="69af68e90b2828ad" providerId="LiveId" clId="{F05E2A6A-AEAB-415F-B69D-305FD6824524}" dt="2026-03-16T19:58:10.432" v="61" actId="113"/>
          <ac:spMkLst>
            <pc:docMk/>
            <pc:sldMk cId="3813860091" sldId="2561"/>
            <ac:spMk id="10" creationId="{DC0AC4F4-8F47-43D6-82F0-43DE69ABB167}"/>
          </ac:spMkLst>
        </pc:spChg>
        <pc:spChg chg="add del mod">
          <ac:chgData name="Emilio Hospedales" userId="69af68e90b2828ad" providerId="LiveId" clId="{F05E2A6A-AEAB-415F-B69D-305FD6824524}" dt="2026-03-16T19:57:43.022" v="6" actId="478"/>
          <ac:spMkLst>
            <pc:docMk/>
            <pc:sldMk cId="3813860091" sldId="2561"/>
            <ac:spMk id="11" creationId="{C94765B7-727B-F08D-E570-71999A7C5F27}"/>
          </ac:spMkLst>
        </pc:spChg>
        <pc:picChg chg="add del">
          <ac:chgData name="Emilio Hospedales" userId="69af68e90b2828ad" providerId="LiveId" clId="{F05E2A6A-AEAB-415F-B69D-305FD6824524}" dt="2026-03-16T19:57:43.022" v="6" actId="478"/>
          <ac:picMkLst>
            <pc:docMk/>
            <pc:sldMk cId="3813860091" sldId="2561"/>
            <ac:picMk id="5" creationId="{6F8D291D-FF8E-4FF4-9029-5975CED294F8}"/>
          </ac:picMkLst>
        </pc:picChg>
        <pc:picChg chg="add del">
          <ac:chgData name="Emilio Hospedales" userId="69af68e90b2828ad" providerId="LiveId" clId="{F05E2A6A-AEAB-415F-B69D-305FD6824524}" dt="2026-03-16T19:57:43.022" v="6" actId="478"/>
          <ac:picMkLst>
            <pc:docMk/>
            <pc:sldMk cId="3813860091" sldId="2561"/>
            <ac:picMk id="6" creationId="{609CB606-4F78-45EC-8DAA-472D9EFA02D0}"/>
          </ac:picMkLst>
        </pc:picChg>
        <pc:picChg chg="add del mod">
          <ac:chgData name="Emilio Hospedales" userId="69af68e90b2828ad" providerId="LiveId" clId="{F05E2A6A-AEAB-415F-B69D-305FD6824524}" dt="2026-03-16T19:57:43.022" v="6" actId="478"/>
          <ac:picMkLst>
            <pc:docMk/>
            <pc:sldMk cId="3813860091" sldId="2561"/>
            <ac:picMk id="7" creationId="{0D5DB2D4-298C-49F9-9AC6-DBAA3EF6BC30}"/>
          </ac:picMkLst>
        </pc:picChg>
        <pc:picChg chg="add del">
          <ac:chgData name="Emilio Hospedales" userId="69af68e90b2828ad" providerId="LiveId" clId="{F05E2A6A-AEAB-415F-B69D-305FD6824524}" dt="2026-03-16T19:57:43.022" v="6" actId="478"/>
          <ac:picMkLst>
            <pc:docMk/>
            <pc:sldMk cId="3813860091" sldId="2561"/>
            <ac:picMk id="8" creationId="{B0150BF6-51E1-42E5-88BA-A27A17284F5C}"/>
          </ac:picMkLst>
        </pc:picChg>
      </pc:sldChg>
      <pc:sldChg chg="modSp mod ord">
        <pc:chgData name="Emilio Hospedales" userId="69af68e90b2828ad" providerId="LiveId" clId="{F05E2A6A-AEAB-415F-B69D-305FD6824524}" dt="2026-03-16T19:59:05.734" v="120"/>
        <pc:sldMkLst>
          <pc:docMk/>
          <pc:sldMk cId="2298306299" sldId="2562"/>
        </pc:sldMkLst>
        <pc:spChg chg="mod">
          <ac:chgData name="Emilio Hospedales" userId="69af68e90b2828ad" providerId="LiveId" clId="{F05E2A6A-AEAB-415F-B69D-305FD6824524}" dt="2026-03-16T19:58:33.203" v="88" actId="27636"/>
          <ac:spMkLst>
            <pc:docMk/>
            <pc:sldMk cId="2298306299" sldId="2562"/>
            <ac:spMk id="8" creationId="{D7308B9F-F4D2-4526-AEE2-74564A41F3CB}"/>
          </ac:spMkLst>
        </pc:spChg>
        <pc:spChg chg="mod">
          <ac:chgData name="Emilio Hospedales" userId="69af68e90b2828ad" providerId="LiveId" clId="{F05E2A6A-AEAB-415F-B69D-305FD6824524}" dt="2026-03-16T19:58:33.206" v="89" actId="27636"/>
          <ac:spMkLst>
            <pc:docMk/>
            <pc:sldMk cId="2298306299" sldId="2562"/>
            <ac:spMk id="9" creationId="{62254AD2-8F4A-48A1-9109-10825FDFB88D}"/>
          </ac:spMkLst>
        </pc:spChg>
      </pc:sldChg>
      <pc:sldChg chg="modSp mod">
        <pc:chgData name="Emilio Hospedales" userId="69af68e90b2828ad" providerId="LiveId" clId="{F05E2A6A-AEAB-415F-B69D-305FD6824524}" dt="2026-03-16T19:58:33.220" v="90" actId="27636"/>
        <pc:sldMkLst>
          <pc:docMk/>
          <pc:sldMk cId="507025131" sldId="2563"/>
        </pc:sldMkLst>
        <pc:spChg chg="mod">
          <ac:chgData name="Emilio Hospedales" userId="69af68e90b2828ad" providerId="LiveId" clId="{F05E2A6A-AEAB-415F-B69D-305FD6824524}" dt="2026-03-16T19:58:33.220" v="90" actId="27636"/>
          <ac:spMkLst>
            <pc:docMk/>
            <pc:sldMk cId="507025131" sldId="2563"/>
            <ac:spMk id="7" creationId="{2D7CAFFF-1506-41AE-BA30-A06D7021C08B}"/>
          </ac:spMkLst>
        </pc:spChg>
      </pc:sldChg>
      <pc:sldChg chg="modSp mod">
        <pc:chgData name="Emilio Hospedales" userId="69af68e90b2828ad" providerId="LiveId" clId="{F05E2A6A-AEAB-415F-B69D-305FD6824524}" dt="2026-03-16T19:58:33.241" v="92" actId="27636"/>
        <pc:sldMkLst>
          <pc:docMk/>
          <pc:sldMk cId="3903273723" sldId="2564"/>
        </pc:sldMkLst>
        <pc:spChg chg="mod">
          <ac:chgData name="Emilio Hospedales" userId="69af68e90b2828ad" providerId="LiveId" clId="{F05E2A6A-AEAB-415F-B69D-305FD6824524}" dt="2026-03-16T19:58:33.237" v="91" actId="27636"/>
          <ac:spMkLst>
            <pc:docMk/>
            <pc:sldMk cId="3903273723" sldId="2564"/>
            <ac:spMk id="8" creationId="{F4EB0C28-706A-4606-8105-430649D016C2}"/>
          </ac:spMkLst>
        </pc:spChg>
        <pc:spChg chg="mod">
          <ac:chgData name="Emilio Hospedales" userId="69af68e90b2828ad" providerId="LiveId" clId="{F05E2A6A-AEAB-415F-B69D-305FD6824524}" dt="2026-03-16T19:58:33.241" v="92" actId="27636"/>
          <ac:spMkLst>
            <pc:docMk/>
            <pc:sldMk cId="3903273723" sldId="2564"/>
            <ac:spMk id="9" creationId="{6103E381-EADD-4A80-9D07-A110DB9C9F4D}"/>
          </ac:spMkLst>
        </pc:spChg>
      </pc:sldChg>
      <pc:sldChg chg="modSp mod">
        <pc:chgData name="Emilio Hospedales" userId="69af68e90b2828ad" providerId="LiveId" clId="{F05E2A6A-AEAB-415F-B69D-305FD6824524}" dt="2026-03-16T20:06:12.702" v="197" actId="5793"/>
        <pc:sldMkLst>
          <pc:docMk/>
          <pc:sldMk cId="3846344230" sldId="2565"/>
        </pc:sldMkLst>
        <pc:spChg chg="mod">
          <ac:chgData name="Emilio Hospedales" userId="69af68e90b2828ad" providerId="LiveId" clId="{F05E2A6A-AEAB-415F-B69D-305FD6824524}" dt="2026-03-16T19:58:33.253" v="93" actId="27636"/>
          <ac:spMkLst>
            <pc:docMk/>
            <pc:sldMk cId="3846344230" sldId="2565"/>
            <ac:spMk id="8" creationId="{E04C2E6A-2C2C-4150-A31F-D6B50FDCFFFE}"/>
          </ac:spMkLst>
        </pc:spChg>
        <pc:spChg chg="mod">
          <ac:chgData name="Emilio Hospedales" userId="69af68e90b2828ad" providerId="LiveId" clId="{F05E2A6A-AEAB-415F-B69D-305FD6824524}" dt="2026-03-16T20:06:12.702" v="197" actId="5793"/>
          <ac:spMkLst>
            <pc:docMk/>
            <pc:sldMk cId="3846344230" sldId="2565"/>
            <ac:spMk id="9" creationId="{9CE5747D-097D-4A88-9791-E342541C5139}"/>
          </ac:spMkLst>
        </pc:spChg>
      </pc:sldChg>
      <pc:sldChg chg="modSp mod">
        <pc:chgData name="Emilio Hospedales" userId="69af68e90b2828ad" providerId="LiveId" clId="{F05E2A6A-AEAB-415F-B69D-305FD6824524}" dt="2026-03-16T20:01:30.353" v="129" actId="27636"/>
        <pc:sldMkLst>
          <pc:docMk/>
          <pc:sldMk cId="2627405602" sldId="2566"/>
        </pc:sldMkLst>
        <pc:spChg chg="mod">
          <ac:chgData name="Emilio Hospedales" userId="69af68e90b2828ad" providerId="LiveId" clId="{F05E2A6A-AEAB-415F-B69D-305FD6824524}" dt="2026-03-16T20:01:30.353" v="129" actId="27636"/>
          <ac:spMkLst>
            <pc:docMk/>
            <pc:sldMk cId="2627405602" sldId="2566"/>
            <ac:spMk id="4" creationId="{C0971ED2-2BFE-2BC6-3C29-FFED0AAE5082}"/>
          </ac:spMkLst>
        </pc:spChg>
      </pc:sldChg>
      <pc:sldChg chg="modSp mod">
        <pc:chgData name="Emilio Hospedales" userId="69af68e90b2828ad" providerId="LiveId" clId="{F05E2A6A-AEAB-415F-B69D-305FD6824524}" dt="2026-03-16T20:06:42.339" v="299" actId="20577"/>
        <pc:sldMkLst>
          <pc:docMk/>
          <pc:sldMk cId="1575667" sldId="2567"/>
        </pc:sldMkLst>
        <pc:spChg chg="mod">
          <ac:chgData name="Emilio Hospedales" userId="69af68e90b2828ad" providerId="LiveId" clId="{F05E2A6A-AEAB-415F-B69D-305FD6824524}" dt="2026-03-16T20:03:43.085" v="164" actId="27636"/>
          <ac:spMkLst>
            <pc:docMk/>
            <pc:sldMk cId="1575667" sldId="2567"/>
            <ac:spMk id="7" creationId="{288081F8-1FE7-456B-8B01-32700A33603C}"/>
          </ac:spMkLst>
        </pc:spChg>
        <pc:spChg chg="mod">
          <ac:chgData name="Emilio Hospedales" userId="69af68e90b2828ad" providerId="LiveId" clId="{F05E2A6A-AEAB-415F-B69D-305FD6824524}" dt="2026-03-16T20:06:42.339" v="299" actId="20577"/>
          <ac:spMkLst>
            <pc:docMk/>
            <pc:sldMk cId="1575667" sldId="2567"/>
            <ac:spMk id="8" creationId="{533A7DCF-3AD6-43AA-B5F9-FA40EC866125}"/>
          </ac:spMkLst>
        </pc:spChg>
        <pc:picChg chg="mod">
          <ac:chgData name="Emilio Hospedales" userId="69af68e90b2828ad" providerId="LiveId" clId="{F05E2A6A-AEAB-415F-B69D-305FD6824524}" dt="2026-03-16T20:02:28.085" v="152" actId="14100"/>
          <ac:picMkLst>
            <pc:docMk/>
            <pc:sldMk cId="1575667" sldId="2567"/>
            <ac:picMk id="6" creationId="{A390BF8B-497A-414E-B58F-915778DCAA7A}"/>
          </ac:picMkLst>
        </pc:picChg>
      </pc:sldChg>
      <pc:sldChg chg="modSp mod">
        <pc:chgData name="Emilio Hospedales" userId="69af68e90b2828ad" providerId="LiveId" clId="{F05E2A6A-AEAB-415F-B69D-305FD6824524}" dt="2026-03-16T19:58:33.303" v="98" actId="27636"/>
        <pc:sldMkLst>
          <pc:docMk/>
          <pc:sldMk cId="3883248887" sldId="2568"/>
        </pc:sldMkLst>
        <pc:spChg chg="mod">
          <ac:chgData name="Emilio Hospedales" userId="69af68e90b2828ad" providerId="LiveId" clId="{F05E2A6A-AEAB-415F-B69D-305FD6824524}" dt="2026-03-16T19:58:33.298" v="97" actId="27636"/>
          <ac:spMkLst>
            <pc:docMk/>
            <pc:sldMk cId="3883248887" sldId="2568"/>
            <ac:spMk id="8" creationId="{E4C2D56D-84C0-491E-AD3D-F79CF65E3038}"/>
          </ac:spMkLst>
        </pc:spChg>
        <pc:spChg chg="mod">
          <ac:chgData name="Emilio Hospedales" userId="69af68e90b2828ad" providerId="LiveId" clId="{F05E2A6A-AEAB-415F-B69D-305FD6824524}" dt="2026-03-16T19:58:33.303" v="98" actId="27636"/>
          <ac:spMkLst>
            <pc:docMk/>
            <pc:sldMk cId="3883248887" sldId="2568"/>
            <ac:spMk id="9" creationId="{B2A00950-42D6-482A-80C8-D29DE8AC542C}"/>
          </ac:spMkLst>
        </pc:spChg>
      </pc:sldChg>
      <pc:sldChg chg="modSp mod">
        <pc:chgData name="Emilio Hospedales" userId="69af68e90b2828ad" providerId="LiveId" clId="{F05E2A6A-AEAB-415F-B69D-305FD6824524}" dt="2026-03-16T19:58:33.328" v="101" actId="27636"/>
        <pc:sldMkLst>
          <pc:docMk/>
          <pc:sldMk cId="2878870169" sldId="2569"/>
        </pc:sldMkLst>
        <pc:spChg chg="mod">
          <ac:chgData name="Emilio Hospedales" userId="69af68e90b2828ad" providerId="LiveId" clId="{F05E2A6A-AEAB-415F-B69D-305FD6824524}" dt="2026-03-16T19:58:33.328" v="101" actId="27636"/>
          <ac:spMkLst>
            <pc:docMk/>
            <pc:sldMk cId="2878870169" sldId="2569"/>
            <ac:spMk id="10" creationId="{3291E1AF-7A71-4BB9-BE02-0184F9ABD5C7}"/>
          </ac:spMkLst>
        </pc:spChg>
        <pc:spChg chg="mod">
          <ac:chgData name="Emilio Hospedales" userId="69af68e90b2828ad" providerId="LiveId" clId="{F05E2A6A-AEAB-415F-B69D-305FD6824524}" dt="2026-03-16T19:58:33.325" v="100" actId="27636"/>
          <ac:spMkLst>
            <pc:docMk/>
            <pc:sldMk cId="2878870169" sldId="2569"/>
            <ac:spMk id="11" creationId="{A5C4F32B-1AF5-4B76-A836-63ABC0E43C3C}"/>
          </ac:spMkLst>
        </pc:spChg>
        <pc:spChg chg="mod">
          <ac:chgData name="Emilio Hospedales" userId="69af68e90b2828ad" providerId="LiveId" clId="{F05E2A6A-AEAB-415F-B69D-305FD6824524}" dt="2026-03-16T19:58:33.319" v="99" actId="27636"/>
          <ac:spMkLst>
            <pc:docMk/>
            <pc:sldMk cId="2878870169" sldId="2569"/>
            <ac:spMk id="12" creationId="{64BD6738-806F-4EC0-B7DC-24A1990D5DA5}"/>
          </ac:spMkLst>
        </pc:spChg>
      </pc:sldChg>
      <pc:sldChg chg="modSp mod">
        <pc:chgData name="Emilio Hospedales" userId="69af68e90b2828ad" providerId="LiveId" clId="{F05E2A6A-AEAB-415F-B69D-305FD6824524}" dt="2026-03-16T19:58:33.339" v="102" actId="27636"/>
        <pc:sldMkLst>
          <pc:docMk/>
          <pc:sldMk cId="53477023" sldId="2570"/>
        </pc:sldMkLst>
        <pc:spChg chg="mod">
          <ac:chgData name="Emilio Hospedales" userId="69af68e90b2828ad" providerId="LiveId" clId="{F05E2A6A-AEAB-415F-B69D-305FD6824524}" dt="2026-03-16T19:58:33.339" v="102" actId="27636"/>
          <ac:spMkLst>
            <pc:docMk/>
            <pc:sldMk cId="53477023" sldId="2570"/>
            <ac:spMk id="4" creationId="{4D0AE868-9004-330D-7B73-A0071050F8A0}"/>
          </ac:spMkLst>
        </pc:spChg>
      </pc:sldChg>
      <pc:sldChg chg="modSp mod">
        <pc:chgData name="Emilio Hospedales" userId="69af68e90b2828ad" providerId="LiveId" clId="{F05E2A6A-AEAB-415F-B69D-305FD6824524}" dt="2026-03-16T20:24:08.684" v="1394" actId="20577"/>
        <pc:sldMkLst>
          <pc:docMk/>
          <pc:sldMk cId="527233391" sldId="2571"/>
        </pc:sldMkLst>
        <pc:spChg chg="mod">
          <ac:chgData name="Emilio Hospedales" userId="69af68e90b2828ad" providerId="LiveId" clId="{F05E2A6A-AEAB-415F-B69D-305FD6824524}" dt="2026-03-16T19:58:33.353" v="103" actId="27636"/>
          <ac:spMkLst>
            <pc:docMk/>
            <pc:sldMk cId="527233391" sldId="2571"/>
            <ac:spMk id="8" creationId="{73931310-F04C-45BB-814B-4437BE372E7D}"/>
          </ac:spMkLst>
        </pc:spChg>
        <pc:spChg chg="mod">
          <ac:chgData name="Emilio Hospedales" userId="69af68e90b2828ad" providerId="LiveId" clId="{F05E2A6A-AEAB-415F-B69D-305FD6824524}" dt="2026-03-16T20:24:08.684" v="1394" actId="20577"/>
          <ac:spMkLst>
            <pc:docMk/>
            <pc:sldMk cId="527233391" sldId="2571"/>
            <ac:spMk id="9" creationId="{B06DDF00-B737-4D5B-945E-1938A95B7A75}"/>
          </ac:spMkLst>
        </pc:spChg>
      </pc:sldChg>
      <pc:sldChg chg="modSp mod">
        <pc:chgData name="Emilio Hospedales" userId="69af68e90b2828ad" providerId="LiveId" clId="{F05E2A6A-AEAB-415F-B69D-305FD6824524}" dt="2026-03-16T19:58:33.367" v="104" actId="27636"/>
        <pc:sldMkLst>
          <pc:docMk/>
          <pc:sldMk cId="3809396221" sldId="2572"/>
        </pc:sldMkLst>
        <pc:spChg chg="mod">
          <ac:chgData name="Emilio Hospedales" userId="69af68e90b2828ad" providerId="LiveId" clId="{F05E2A6A-AEAB-415F-B69D-305FD6824524}" dt="2026-03-16T19:58:33.367" v="104" actId="27636"/>
          <ac:spMkLst>
            <pc:docMk/>
            <pc:sldMk cId="3809396221" sldId="2572"/>
            <ac:spMk id="8" creationId="{2C91E8CB-21D8-4A82-9F47-6FAD7C867387}"/>
          </ac:spMkLst>
        </pc:spChg>
      </pc:sldChg>
      <pc:sldChg chg="modSp mod modNotesTx">
        <pc:chgData name="Emilio Hospedales" userId="69af68e90b2828ad" providerId="LiveId" clId="{F05E2A6A-AEAB-415F-B69D-305FD6824524}" dt="2026-03-16T20:31:30.162" v="1412" actId="20577"/>
        <pc:sldMkLst>
          <pc:docMk/>
          <pc:sldMk cId="2072836367" sldId="2573"/>
        </pc:sldMkLst>
        <pc:spChg chg="mod">
          <ac:chgData name="Emilio Hospedales" userId="69af68e90b2828ad" providerId="LiveId" clId="{F05E2A6A-AEAB-415F-B69D-305FD6824524}" dt="2026-03-16T19:58:33.380" v="105" actId="27636"/>
          <ac:spMkLst>
            <pc:docMk/>
            <pc:sldMk cId="2072836367" sldId="2573"/>
            <ac:spMk id="11" creationId="{9C2DAC15-B070-43BD-8412-B3F8F8F71A8F}"/>
          </ac:spMkLst>
        </pc:spChg>
        <pc:spChg chg="mod">
          <ac:chgData name="Emilio Hospedales" userId="69af68e90b2828ad" providerId="LiveId" clId="{F05E2A6A-AEAB-415F-B69D-305FD6824524}" dt="2026-03-16T19:58:33.387" v="106" actId="27636"/>
          <ac:spMkLst>
            <pc:docMk/>
            <pc:sldMk cId="2072836367" sldId="2573"/>
            <ac:spMk id="12" creationId="{8EACC55C-8B44-43C8-9F42-D79B3B706AF8}"/>
          </ac:spMkLst>
        </pc:spChg>
        <pc:spChg chg="mod">
          <ac:chgData name="Emilio Hospedales" userId="69af68e90b2828ad" providerId="LiveId" clId="{F05E2A6A-AEAB-415F-B69D-305FD6824524}" dt="2026-03-16T20:31:21.805" v="1411" actId="20577"/>
          <ac:spMkLst>
            <pc:docMk/>
            <pc:sldMk cId="2072836367" sldId="2573"/>
            <ac:spMk id="13" creationId="{1E9E2885-7EB6-450F-B022-25ECCB571A89}"/>
          </ac:spMkLst>
        </pc:spChg>
        <pc:spChg chg="mod">
          <ac:chgData name="Emilio Hospedales" userId="69af68e90b2828ad" providerId="LiveId" clId="{F05E2A6A-AEAB-415F-B69D-305FD6824524}" dt="2026-03-16T19:58:33.398" v="108" actId="27636"/>
          <ac:spMkLst>
            <pc:docMk/>
            <pc:sldMk cId="2072836367" sldId="2573"/>
            <ac:spMk id="14" creationId="{AF734CDF-F136-4911-8ACB-855CB81C3B52}"/>
          </ac:spMkLst>
        </pc:spChg>
        <pc:spChg chg="mod">
          <ac:chgData name="Emilio Hospedales" userId="69af68e90b2828ad" providerId="LiveId" clId="{F05E2A6A-AEAB-415F-B69D-305FD6824524}" dt="2026-03-16T19:58:33.392" v="107" actId="27636"/>
          <ac:spMkLst>
            <pc:docMk/>
            <pc:sldMk cId="2072836367" sldId="2573"/>
            <ac:spMk id="15" creationId="{546B3F79-48D0-4EC8-86A6-0DB98D179BC9}"/>
          </ac:spMkLst>
        </pc:spChg>
      </pc:sldChg>
      <pc:sldChg chg="addSp modSp add mod ord">
        <pc:chgData name="Emilio Hospedales" userId="69af68e90b2828ad" providerId="LiveId" clId="{F05E2A6A-AEAB-415F-B69D-305FD6824524}" dt="2026-03-16T20:08:40.945" v="384"/>
        <pc:sldMkLst>
          <pc:docMk/>
          <pc:sldMk cId="1570118594" sldId="2574"/>
        </pc:sldMkLst>
        <pc:spChg chg="mod">
          <ac:chgData name="Emilio Hospedales" userId="69af68e90b2828ad" providerId="LiveId" clId="{F05E2A6A-AEAB-415F-B69D-305FD6824524}" dt="2026-03-16T20:07:28.038" v="376" actId="20577"/>
          <ac:spMkLst>
            <pc:docMk/>
            <pc:sldMk cId="1570118594" sldId="2574"/>
            <ac:spMk id="8" creationId="{34A53698-14F1-2955-2FCE-A339103BFD07}"/>
          </ac:spMkLst>
        </pc:spChg>
        <pc:picChg chg="add">
          <ac:chgData name="Emilio Hospedales" userId="69af68e90b2828ad" providerId="LiveId" clId="{F05E2A6A-AEAB-415F-B69D-305FD6824524}" dt="2026-03-16T20:08:26.436" v="377" actId="22"/>
          <ac:picMkLst>
            <pc:docMk/>
            <pc:sldMk cId="1570118594" sldId="2574"/>
            <ac:picMk id="3" creationId="{85890603-D0B2-44C2-A652-929D2283EE0C}"/>
          </ac:picMkLst>
        </pc:picChg>
      </pc:sldChg>
      <pc:sldChg chg="modSp add mod ord">
        <pc:chgData name="Emilio Hospedales" userId="69af68e90b2828ad" providerId="LiveId" clId="{F05E2A6A-AEAB-415F-B69D-305FD6824524}" dt="2026-03-16T20:10:10.531" v="451" actId="20577"/>
        <pc:sldMkLst>
          <pc:docMk/>
          <pc:sldMk cId="1003963286" sldId="2575"/>
        </pc:sldMkLst>
        <pc:spChg chg="mod">
          <ac:chgData name="Emilio Hospedales" userId="69af68e90b2828ad" providerId="LiveId" clId="{F05E2A6A-AEAB-415F-B69D-305FD6824524}" dt="2026-03-16T20:10:10.531" v="451" actId="20577"/>
          <ac:spMkLst>
            <pc:docMk/>
            <pc:sldMk cId="1003963286" sldId="2575"/>
            <ac:spMk id="4" creationId="{735EFEA0-4AE0-6460-9803-1CD2C6445A97}"/>
          </ac:spMkLst>
        </pc:spChg>
      </pc:sldChg>
      <pc:sldChg chg="addSp delSp add mod">
        <pc:chgData name="Emilio Hospedales" userId="69af68e90b2828ad" providerId="LiveId" clId="{F05E2A6A-AEAB-415F-B69D-305FD6824524}" dt="2026-03-16T20:09:18.252" v="387" actId="22"/>
        <pc:sldMkLst>
          <pc:docMk/>
          <pc:sldMk cId="2981000910" sldId="2576"/>
        </pc:sldMkLst>
        <pc:picChg chg="del">
          <ac:chgData name="Emilio Hospedales" userId="69af68e90b2828ad" providerId="LiveId" clId="{F05E2A6A-AEAB-415F-B69D-305FD6824524}" dt="2026-03-16T20:09:15.810" v="386" actId="478"/>
          <ac:picMkLst>
            <pc:docMk/>
            <pc:sldMk cId="2981000910" sldId="2576"/>
            <ac:picMk id="3" creationId="{2497BB30-4E74-0FED-92CC-830A09273450}"/>
          </ac:picMkLst>
        </pc:picChg>
        <pc:picChg chg="add">
          <ac:chgData name="Emilio Hospedales" userId="69af68e90b2828ad" providerId="LiveId" clId="{F05E2A6A-AEAB-415F-B69D-305FD6824524}" dt="2026-03-16T20:09:18.252" v="387" actId="22"/>
          <ac:picMkLst>
            <pc:docMk/>
            <pc:sldMk cId="2981000910" sldId="2576"/>
            <ac:picMk id="4" creationId="{C4AF46C0-7772-C874-E198-9D4BC18E7504}"/>
          </ac:picMkLst>
        </pc:picChg>
      </pc:sldChg>
      <pc:sldChg chg="modSp add mod ord">
        <pc:chgData name="Emilio Hospedales" userId="69af68e90b2828ad" providerId="LiveId" clId="{F05E2A6A-AEAB-415F-B69D-305FD6824524}" dt="2026-03-16T20:10:26.360" v="504" actId="20577"/>
        <pc:sldMkLst>
          <pc:docMk/>
          <pc:sldMk cId="2794514610" sldId="2577"/>
        </pc:sldMkLst>
        <pc:spChg chg="mod">
          <ac:chgData name="Emilio Hospedales" userId="69af68e90b2828ad" providerId="LiveId" clId="{F05E2A6A-AEAB-415F-B69D-305FD6824524}" dt="2026-03-16T20:10:26.360" v="504" actId="20577"/>
          <ac:spMkLst>
            <pc:docMk/>
            <pc:sldMk cId="2794514610" sldId="2577"/>
            <ac:spMk id="4" creationId="{6D23AD19-A93F-C750-A55E-3AFA2113ACBF}"/>
          </ac:spMkLst>
        </pc:spChg>
      </pc:sldChg>
      <pc:sldChg chg="addSp add mod ord">
        <pc:chgData name="Emilio Hospedales" userId="69af68e90b2828ad" providerId="LiveId" clId="{F05E2A6A-AEAB-415F-B69D-305FD6824524}" dt="2026-03-16T20:10:36.539" v="508" actId="22"/>
        <pc:sldMkLst>
          <pc:docMk/>
          <pc:sldMk cId="78681523" sldId="2578"/>
        </pc:sldMkLst>
        <pc:picChg chg="add">
          <ac:chgData name="Emilio Hospedales" userId="69af68e90b2828ad" providerId="LiveId" clId="{F05E2A6A-AEAB-415F-B69D-305FD6824524}" dt="2026-03-16T20:10:36.539" v="508" actId="22"/>
          <ac:picMkLst>
            <pc:docMk/>
            <pc:sldMk cId="78681523" sldId="2578"/>
            <ac:picMk id="4" creationId="{66069C45-6CFA-E34D-A296-3B2E142BF423}"/>
          </ac:picMkLst>
        </pc:picChg>
      </pc:sldChg>
    </pc:docChg>
  </pc:docChgLst>
  <pc:docChgLst>
    <pc:chgData name="Emilio Hospedales" userId="69af68e90b2828ad" providerId="Windows Live" clId="Web-{C248200C-8CBA-935D-FF79-C2172526AD4E}"/>
    <pc:docChg chg="modSld">
      <pc:chgData name="Emilio Hospedales" userId="69af68e90b2828ad" providerId="Windows Live" clId="Web-{C248200C-8CBA-935D-FF79-C2172526AD4E}" dt="2026-03-13T13:46:06.022" v="911" actId="20577"/>
      <pc:docMkLst>
        <pc:docMk/>
      </pc:docMkLst>
      <pc:sldChg chg="modSp modNotes">
        <pc:chgData name="Emilio Hospedales" userId="69af68e90b2828ad" providerId="Windows Live" clId="Web-{C248200C-8CBA-935D-FF79-C2172526AD4E}" dt="2026-03-13T13:30:36.530" v="210" actId="20577"/>
        <pc:sldMkLst>
          <pc:docMk/>
          <pc:sldMk cId="507025131" sldId="2563"/>
        </pc:sldMkLst>
        <pc:spChg chg="mod">
          <ac:chgData name="Emilio Hospedales" userId="69af68e90b2828ad" providerId="Windows Live" clId="Web-{C248200C-8CBA-935D-FF79-C2172526AD4E}" dt="2026-03-13T13:30:36.530" v="210" actId="20577"/>
          <ac:spMkLst>
            <pc:docMk/>
            <pc:sldMk cId="507025131" sldId="2563"/>
            <ac:spMk id="8" creationId="{089C69C7-892C-4BA4-B8A5-C3FCBB12B134}"/>
          </ac:spMkLst>
        </pc:spChg>
      </pc:sldChg>
      <pc:sldChg chg="modNotes">
        <pc:chgData name="Emilio Hospedales" userId="69af68e90b2828ad" providerId="Windows Live" clId="Web-{C248200C-8CBA-935D-FF79-C2172526AD4E}" dt="2026-03-13T13:30:43.858" v="211"/>
        <pc:sldMkLst>
          <pc:docMk/>
          <pc:sldMk cId="3903273723" sldId="2564"/>
        </pc:sldMkLst>
      </pc:sldChg>
      <pc:sldChg chg="modSp modNotes">
        <pc:chgData name="Emilio Hospedales" userId="69af68e90b2828ad" providerId="Windows Live" clId="Web-{C248200C-8CBA-935D-FF79-C2172526AD4E}" dt="2026-03-13T13:43:59.741" v="905" actId="20577"/>
        <pc:sldMkLst>
          <pc:docMk/>
          <pc:sldMk cId="3846344230" sldId="2565"/>
        </pc:sldMkLst>
        <pc:spChg chg="mod">
          <ac:chgData name="Emilio Hospedales" userId="69af68e90b2828ad" providerId="Windows Live" clId="Web-{C248200C-8CBA-935D-FF79-C2172526AD4E}" dt="2026-03-13T13:43:59.741" v="905" actId="20577"/>
          <ac:spMkLst>
            <pc:docMk/>
            <pc:sldMk cId="3846344230" sldId="2565"/>
            <ac:spMk id="9" creationId="{9CE5747D-097D-4A88-9791-E342541C5139}"/>
          </ac:spMkLst>
        </pc:spChg>
        <pc:picChg chg="mod">
          <ac:chgData name="Emilio Hospedales" userId="69af68e90b2828ad" providerId="Windows Live" clId="Web-{C248200C-8CBA-935D-FF79-C2172526AD4E}" dt="2026-03-13T13:42:53.615" v="842" actId="14100"/>
          <ac:picMkLst>
            <pc:docMk/>
            <pc:sldMk cId="3846344230" sldId="2565"/>
            <ac:picMk id="7" creationId="{5A85BE92-35AA-4ADB-ABE7-3D2FA4DE81BE}"/>
          </ac:picMkLst>
        </pc:picChg>
      </pc:sldChg>
      <pc:sldChg chg="modSp">
        <pc:chgData name="Emilio Hospedales" userId="69af68e90b2828ad" providerId="Windows Live" clId="Web-{C248200C-8CBA-935D-FF79-C2172526AD4E}" dt="2026-03-13T13:46:06.022" v="911" actId="20577"/>
        <pc:sldMkLst>
          <pc:docMk/>
          <pc:sldMk cId="527233391" sldId="2571"/>
        </pc:sldMkLst>
        <pc:spChg chg="mod">
          <ac:chgData name="Emilio Hospedales" userId="69af68e90b2828ad" providerId="Windows Live" clId="Web-{C248200C-8CBA-935D-FF79-C2172526AD4E}" dt="2026-03-13T13:46:06.022" v="911" actId="20577"/>
          <ac:spMkLst>
            <pc:docMk/>
            <pc:sldMk cId="527233391" sldId="2571"/>
            <ac:spMk id="9" creationId="{B06DDF00-B737-4D5B-945E-1938A95B7A75}"/>
          </ac:spMkLst>
        </pc:spChg>
        <pc:picChg chg="mod">
          <ac:chgData name="Emilio Hospedales" userId="69af68e90b2828ad" providerId="Windows Live" clId="Web-{C248200C-8CBA-935D-FF79-C2172526AD4E}" dt="2026-03-13T13:45:52.038" v="906" actId="1076"/>
          <ac:picMkLst>
            <pc:docMk/>
            <pc:sldMk cId="527233391" sldId="2571"/>
            <ac:picMk id="7" creationId="{35AC5709-7721-485C-913E-C181D96A16FB}"/>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4222E7-C6ED-45E8-92F5-3D2E2D8E92F6}" type="datetimeFigureOut">
              <a:t>3/16/2026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284E8C-24FB-488C-A8DF-D886D3389402}" type="slidenum">
              <a:t>‹#›</a:t>
            </a:fld>
            <a:endParaRPr lang="en-US"/>
          </a:p>
        </p:txBody>
      </p:sp>
    </p:spTree>
    <p:extLst>
      <p:ext uri="{BB962C8B-B14F-4D97-AF65-F5344CB8AC3E}">
        <p14:creationId xmlns:p14="http://schemas.microsoft.com/office/powerpoint/2010/main" val="13814210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Image source: Microsoft 365 content library</a:t>
            </a:r>
          </a:p>
        </p:txBody>
      </p:sp>
      <p:sp>
        <p:nvSpPr>
          <p:cNvPr id="4" name="Slide Number Placeholder 3"/>
          <p:cNvSpPr>
            <a:spLocks noGrp="1"/>
          </p:cNvSpPr>
          <p:nvPr>
            <p:ph type="sldNum" sz="quarter" idx="5"/>
          </p:nvPr>
        </p:nvSpPr>
        <p:spPr/>
        <p:txBody>
          <a:bodyPr/>
          <a:lstStyle/>
          <a:p>
            <a:fld id="{D8DE6521-A564-425D-93CE-130EAE035C57}" type="slidenum">
              <a:t>1</a:t>
            </a:fld>
            <a:endParaRPr lang="en-US"/>
          </a:p>
        </p:txBody>
      </p:sp>
    </p:spTree>
    <p:extLst>
      <p:ext uri="{BB962C8B-B14F-4D97-AF65-F5344CB8AC3E}">
        <p14:creationId xmlns:p14="http://schemas.microsoft.com/office/powerpoint/2010/main" val="23954792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Answer – hippocampus – results in ability to recall biographical information or form new </a:t>
            </a:r>
            <a:r>
              <a:rPr lang="en-US" err="1">
                <a:ea typeface="Calibri"/>
                <a:cs typeface="Calibri"/>
              </a:rPr>
              <a:t>memorie</a:t>
            </a:r>
            <a:r>
              <a:rPr lang="en-US">
                <a:ea typeface="Calibri"/>
                <a:cs typeface="Calibri"/>
              </a:rPr>
              <a:t>s</a:t>
            </a:r>
          </a:p>
        </p:txBody>
      </p:sp>
      <p:sp>
        <p:nvSpPr>
          <p:cNvPr id="4" name="Slide Number Placeholder 3"/>
          <p:cNvSpPr>
            <a:spLocks noGrp="1"/>
          </p:cNvSpPr>
          <p:nvPr>
            <p:ph type="sldNum" sz="quarter" idx="5"/>
          </p:nvPr>
        </p:nvSpPr>
        <p:spPr/>
        <p:txBody>
          <a:bodyPr/>
          <a:lstStyle/>
          <a:p>
            <a:fld id="{D8DE6521-A564-425D-93CE-130EAE035C57}" type="slidenum">
              <a:t>2</a:t>
            </a:fld>
            <a:endParaRPr lang="en-US"/>
          </a:p>
        </p:txBody>
      </p:sp>
    </p:spTree>
    <p:extLst>
      <p:ext uri="{BB962C8B-B14F-4D97-AF65-F5344CB8AC3E}">
        <p14:creationId xmlns:p14="http://schemas.microsoft.com/office/powerpoint/2010/main" val="27255147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ea typeface="Calibri"/>
              <a:cs typeface="Calibri"/>
            </a:endParaRPr>
          </a:p>
        </p:txBody>
      </p:sp>
      <p:sp>
        <p:nvSpPr>
          <p:cNvPr id="4" name="Slide Number Placeholder 3"/>
          <p:cNvSpPr>
            <a:spLocks noGrp="1"/>
          </p:cNvSpPr>
          <p:nvPr>
            <p:ph type="sldNum" sz="quarter" idx="5"/>
          </p:nvPr>
        </p:nvSpPr>
        <p:spPr/>
        <p:txBody>
          <a:bodyPr/>
          <a:lstStyle/>
          <a:p>
            <a:fld id="{D8DE6521-A564-425D-93CE-130EAE035C57}" type="slidenum">
              <a:t>3</a:t>
            </a:fld>
            <a:endParaRPr lang="en-US"/>
          </a:p>
        </p:txBody>
      </p:sp>
    </p:spTree>
    <p:extLst>
      <p:ext uri="{BB962C8B-B14F-4D97-AF65-F5344CB8AC3E}">
        <p14:creationId xmlns:p14="http://schemas.microsoft.com/office/powerpoint/2010/main" val="13492750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ea typeface="Calibri"/>
              <a:cs typeface="Calibri"/>
            </a:endParaRPr>
          </a:p>
        </p:txBody>
      </p:sp>
      <p:sp>
        <p:nvSpPr>
          <p:cNvPr id="4" name="Slide Number Placeholder 3"/>
          <p:cNvSpPr>
            <a:spLocks noGrp="1"/>
          </p:cNvSpPr>
          <p:nvPr>
            <p:ph type="sldNum" sz="quarter" idx="5"/>
          </p:nvPr>
        </p:nvSpPr>
        <p:spPr/>
        <p:txBody>
          <a:bodyPr/>
          <a:lstStyle/>
          <a:p>
            <a:fld id="{D8DE6521-A564-425D-93CE-130EAE035C57}" type="slidenum">
              <a:t>4</a:t>
            </a:fld>
            <a:endParaRPr lang="en-US"/>
          </a:p>
        </p:txBody>
      </p:sp>
    </p:spTree>
    <p:extLst>
      <p:ext uri="{BB962C8B-B14F-4D97-AF65-F5344CB8AC3E}">
        <p14:creationId xmlns:p14="http://schemas.microsoft.com/office/powerpoint/2010/main" val="36274053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Study population, eligibility, and outcome measures</a:t>
            </a:r>
          </a:p>
        </p:txBody>
      </p:sp>
      <p:sp>
        <p:nvSpPr>
          <p:cNvPr id="4" name="Slide Number Placeholder 3"/>
          <p:cNvSpPr>
            <a:spLocks noGrp="1"/>
          </p:cNvSpPr>
          <p:nvPr>
            <p:ph type="sldNum" sz="quarter" idx="5"/>
          </p:nvPr>
        </p:nvSpPr>
        <p:spPr/>
        <p:txBody>
          <a:bodyPr/>
          <a:lstStyle/>
          <a:p>
            <a:fld id="{D8DE6521-A564-425D-93CE-130EAE035C57}" type="slidenum">
              <a:t>5</a:t>
            </a:fld>
            <a:endParaRPr lang="en-US"/>
          </a:p>
        </p:txBody>
      </p:sp>
    </p:spTree>
    <p:extLst>
      <p:ext uri="{BB962C8B-B14F-4D97-AF65-F5344CB8AC3E}">
        <p14:creationId xmlns:p14="http://schemas.microsoft.com/office/powerpoint/2010/main" val="41934764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section focuses on who was studied and how key variables were measured, both of which directly influence generalizability and validity. Start by reviewing the inclusion and exclusion criteria in detail, highlighting clinical characteristics such as diagnosis, symptom severity, comorbidities, medication status, and demographic factors. Discuss how restrictive or inclusive these criteria are and what types of real-world patients may be underrepresented or excluded.
Examine baseline characteristics and assess whether groups were comparable at study entry. Identify any clinically meaningful imbalances and consider whether randomization or statistical adjustment adequately addressed them. Comment on sample size, recruitment success, and whether the enrolled population reflects typical patients seen in psychiatric practice with respect to age, sex, race and ethnicity, and illness chronicity.
Then, describe the primary and secondary outcomes. Specify how outcomes were defined, measured, and timed, including the use of validated psychiatric rating scales or structured interviews. Discuss who rated outcomes and whether assessors were blinded. Evaluate whether the outcomes are patient-centered and clinically meaningful, and whether a minimal clinically important difference was prespecified. Also review how adverse events and safety outcomes were captured. Together, these elements help determine whether the study’s measurements are reliable, valid, and relevant to clinical care.</a:t>
            </a:r>
          </a:p>
        </p:txBody>
      </p:sp>
      <p:sp>
        <p:nvSpPr>
          <p:cNvPr id="4" name="Slide Number Placeholder 3"/>
          <p:cNvSpPr>
            <a:spLocks noGrp="1"/>
          </p:cNvSpPr>
          <p:nvPr>
            <p:ph type="sldNum" sz="quarter" idx="5"/>
          </p:nvPr>
        </p:nvSpPr>
        <p:spPr/>
        <p:txBody>
          <a:bodyPr/>
          <a:lstStyle/>
          <a:p>
            <a:fld id="{D8DE6521-A564-425D-93CE-130EAE035C57}" type="slidenum">
              <a:t>6</a:t>
            </a:fld>
            <a:endParaRPr lang="en-US"/>
          </a:p>
        </p:txBody>
      </p:sp>
    </p:spTree>
    <p:extLst>
      <p:ext uri="{BB962C8B-B14F-4D97-AF65-F5344CB8AC3E}">
        <p14:creationId xmlns:p14="http://schemas.microsoft.com/office/powerpoint/2010/main" val="39663522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Analytic strategy and handling of data 
 Image source: Microsoft 365 content library</a:t>
            </a:r>
          </a:p>
        </p:txBody>
      </p:sp>
      <p:sp>
        <p:nvSpPr>
          <p:cNvPr id="4" name="Slide Number Placeholder 3"/>
          <p:cNvSpPr>
            <a:spLocks noGrp="1"/>
          </p:cNvSpPr>
          <p:nvPr>
            <p:ph type="sldNum" sz="quarter" idx="5"/>
          </p:nvPr>
        </p:nvSpPr>
        <p:spPr/>
        <p:txBody>
          <a:bodyPr/>
          <a:lstStyle/>
          <a:p>
            <a:fld id="{D8DE6521-A564-425D-93CE-130EAE035C57}" type="slidenum">
              <a:t>7</a:t>
            </a:fld>
            <a:endParaRPr lang="en-US"/>
          </a:p>
        </p:txBody>
      </p:sp>
    </p:spTree>
    <p:extLst>
      <p:ext uri="{BB962C8B-B14F-4D97-AF65-F5344CB8AC3E}">
        <p14:creationId xmlns:p14="http://schemas.microsoft.com/office/powerpoint/2010/main" val="39515777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section critically appraises the statistical methods used to analyze the data. Begin by reviewing the sample size and power calculations, including the assumed effect size and whether these assumptions were reasonable. Discuss the analysis population, such as intention-to-treat, modified intention-to-treat, or per-protocol, and explain how this choice affects bias and interpretability.
Next, outline the primary statistical models used and assess whether they are appropriate for the outcome type and data structure. For longitudinal psychiatric outcomes, consider whether mixed-effects models or repeated-measures approaches were used and whether they appropriately account for within-subject correlation. Examine how missing data were handled, such as multiple imputation or maximum likelihood methods, and discuss the plausibility of the underlying assumptions.
Finally, evaluate secondary and subgroup analyses. Determine whether these were prespecified or exploratory, and whether adjustments for multiple comparisons were performed. Review sensitivity analyses and consider whether they meaningfully test the robustness of the findings. This statistical appraisal equips residents to judge whether the analytic approach supports reliable conclusions or leaves important uncertainty unaddressed.</a:t>
            </a:r>
          </a:p>
        </p:txBody>
      </p:sp>
      <p:sp>
        <p:nvSpPr>
          <p:cNvPr id="4" name="Slide Number Placeholder 3"/>
          <p:cNvSpPr>
            <a:spLocks noGrp="1"/>
          </p:cNvSpPr>
          <p:nvPr>
            <p:ph type="sldNum" sz="quarter" idx="5"/>
          </p:nvPr>
        </p:nvSpPr>
        <p:spPr/>
        <p:txBody>
          <a:bodyPr/>
          <a:lstStyle/>
          <a:p>
            <a:fld id="{D8DE6521-A564-425D-93CE-130EAE035C57}" type="slidenum">
              <a:t>8</a:t>
            </a:fld>
            <a:endParaRPr lang="en-US"/>
          </a:p>
        </p:txBody>
      </p:sp>
    </p:spTree>
    <p:extLst>
      <p:ext uri="{BB962C8B-B14F-4D97-AF65-F5344CB8AC3E}">
        <p14:creationId xmlns:p14="http://schemas.microsoft.com/office/powerpoint/2010/main" val="17261597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7F5AF-05AC-7A9B-5BF5-0B26535AB0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809A80-33D2-77E2-F762-F8F5E38AA1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ED4BAF-658E-5FFD-7A85-F1029B0967C1}"/>
              </a:ext>
            </a:extLst>
          </p:cNvPr>
          <p:cNvSpPr>
            <a:spLocks noGrp="1"/>
          </p:cNvSpPr>
          <p:nvPr>
            <p:ph type="body" idx="1"/>
          </p:nvPr>
        </p:nvSpPr>
        <p:spPr/>
        <p:txBody>
          <a:bodyPr/>
          <a:lstStyle/>
          <a:p>
            <a:r>
              <a:rPr lang="en-US"/>
              <a:t>Primary and secondary findings</a:t>
            </a:r>
          </a:p>
        </p:txBody>
      </p:sp>
      <p:sp>
        <p:nvSpPr>
          <p:cNvPr id="4" name="Slide Number Placeholder 3">
            <a:extLst>
              <a:ext uri="{FF2B5EF4-FFF2-40B4-BE49-F238E27FC236}">
                <a16:creationId xmlns:a16="http://schemas.microsoft.com/office/drawing/2014/main" id="{1BBDF313-7DC9-2C2C-CA47-D59356BB7EBF}"/>
              </a:ext>
            </a:extLst>
          </p:cNvPr>
          <p:cNvSpPr>
            <a:spLocks noGrp="1"/>
          </p:cNvSpPr>
          <p:nvPr>
            <p:ph type="sldNum" sz="quarter" idx="5"/>
          </p:nvPr>
        </p:nvSpPr>
        <p:spPr/>
        <p:txBody>
          <a:bodyPr/>
          <a:lstStyle/>
          <a:p>
            <a:fld id="{D8DE6521-A564-425D-93CE-130EAE035C57}" type="slidenum">
              <a:t>9</a:t>
            </a:fld>
            <a:endParaRPr lang="en-US"/>
          </a:p>
        </p:txBody>
      </p:sp>
    </p:spTree>
    <p:extLst>
      <p:ext uri="{BB962C8B-B14F-4D97-AF65-F5344CB8AC3E}">
        <p14:creationId xmlns:p14="http://schemas.microsoft.com/office/powerpoint/2010/main" val="33847256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3446F5-96EE-B031-81AD-74FE9EB63B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160EDE-DAD0-B3A7-B61C-CE11F03A72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4E3BDD-0AD0-47F7-98A4-C262630D82B2}"/>
              </a:ext>
            </a:extLst>
          </p:cNvPr>
          <p:cNvSpPr>
            <a:spLocks noGrp="1"/>
          </p:cNvSpPr>
          <p:nvPr>
            <p:ph type="body" idx="1"/>
          </p:nvPr>
        </p:nvSpPr>
        <p:spPr/>
        <p:txBody>
          <a:bodyPr/>
          <a:lstStyle/>
          <a:p>
            <a:r>
              <a:rPr lang="en-US"/>
              <a:t>
This section synthesizes the study’s results with an emphasis on effect size, precision, and clinical relevance. Start with participant flow and adherence, noting attrition rates and reasons for dropout. Discuss whether loss to follow-up differed between groups and how this might bias results.
Present the primary outcome results clearly, including effect estimates, confidence intervals, and p values. Translate statistical findings into clinically interpretable terms, such as absolute risk reduction or number needed to treat when applicable. Emphasize whether the observed effects meet thresholds for clinical importance, not just statistical significance.
Then review key secondary outcomes, subgroup analyses, and safety findings. Highlight any patterns that reinforce or complicate interpretation of the primary result. Discuss adverse events in detail, particularly those relevant to psychiatric practice, such as tolerability, discontinuation due to side effects, or symptom worsening. This balanced presentation helps residents integrate benefits and harms when considering clinical application.</a:t>
            </a:r>
          </a:p>
        </p:txBody>
      </p:sp>
      <p:sp>
        <p:nvSpPr>
          <p:cNvPr id="4" name="Slide Number Placeholder 3">
            <a:extLst>
              <a:ext uri="{FF2B5EF4-FFF2-40B4-BE49-F238E27FC236}">
                <a16:creationId xmlns:a16="http://schemas.microsoft.com/office/drawing/2014/main" id="{E288C2D4-E35A-BDB7-8D75-F0CAB667075D}"/>
              </a:ext>
            </a:extLst>
          </p:cNvPr>
          <p:cNvSpPr>
            <a:spLocks noGrp="1"/>
          </p:cNvSpPr>
          <p:nvPr>
            <p:ph type="sldNum" sz="quarter" idx="5"/>
          </p:nvPr>
        </p:nvSpPr>
        <p:spPr/>
        <p:txBody>
          <a:bodyPr/>
          <a:lstStyle/>
          <a:p>
            <a:fld id="{D8DE6521-A564-425D-93CE-130EAE035C57}" type="slidenum">
              <a:t>10</a:t>
            </a:fld>
            <a:endParaRPr lang="en-US"/>
          </a:p>
        </p:txBody>
      </p:sp>
    </p:spTree>
    <p:extLst>
      <p:ext uri="{BB962C8B-B14F-4D97-AF65-F5344CB8AC3E}">
        <p14:creationId xmlns:p14="http://schemas.microsoft.com/office/powerpoint/2010/main" val="33824590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8AEA87-3AE1-7F65-AF4C-4D39FCE766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017F1B-2D53-012F-0CB9-F22742EE8E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A815A4-423F-056C-4599-58C173663D30}"/>
              </a:ext>
            </a:extLst>
          </p:cNvPr>
          <p:cNvSpPr>
            <a:spLocks noGrp="1"/>
          </p:cNvSpPr>
          <p:nvPr>
            <p:ph type="body" idx="1"/>
          </p:nvPr>
        </p:nvSpPr>
        <p:spPr/>
        <p:txBody>
          <a:bodyPr/>
          <a:lstStyle/>
          <a:p>
            <a:r>
              <a:rPr lang="en-US"/>
              <a:t>
This section synthesizes the study’s results with an emphasis on effect size, precision, and clinical relevance. Start with participant flow and adherence, noting attrition rates and reasons for dropout. Discuss whether loss to follow-up differed between groups and how this might bias results.
Present the primary outcome results clearly, including effect estimates, confidence intervals, and p values. Translate statistical findings into clinically interpretable terms, such as absolute risk reduction or number needed to treat when applicable. Emphasize whether the observed effects meet thresholds for clinical importance, not just statistical significance.
Then review key secondary outcomes, subgroup analyses, and safety findings. Highlight any patterns that reinforce or complicate interpretation of the primary result. Discuss adverse events in detail, particularly those relevant to psychiatric practice, such as tolerability, discontinuation due to side effects, or symptom worsening. This balanced presentation helps residents integrate benefits and harms when considering clinical application.</a:t>
            </a:r>
          </a:p>
        </p:txBody>
      </p:sp>
      <p:sp>
        <p:nvSpPr>
          <p:cNvPr id="4" name="Slide Number Placeholder 3">
            <a:extLst>
              <a:ext uri="{FF2B5EF4-FFF2-40B4-BE49-F238E27FC236}">
                <a16:creationId xmlns:a16="http://schemas.microsoft.com/office/drawing/2014/main" id="{1FA11597-B435-883B-1346-25027941583A}"/>
              </a:ext>
            </a:extLst>
          </p:cNvPr>
          <p:cNvSpPr>
            <a:spLocks noGrp="1"/>
          </p:cNvSpPr>
          <p:nvPr>
            <p:ph type="sldNum" sz="quarter" idx="5"/>
          </p:nvPr>
        </p:nvSpPr>
        <p:spPr/>
        <p:txBody>
          <a:bodyPr/>
          <a:lstStyle/>
          <a:p>
            <a:fld id="{D8DE6521-A564-425D-93CE-130EAE035C57}" type="slidenum">
              <a:t>11</a:t>
            </a:fld>
            <a:endParaRPr lang="en-US"/>
          </a:p>
        </p:txBody>
      </p:sp>
    </p:spTree>
    <p:extLst>
      <p:ext uri="{BB962C8B-B14F-4D97-AF65-F5344CB8AC3E}">
        <p14:creationId xmlns:p14="http://schemas.microsoft.com/office/powerpoint/2010/main" val="9854684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231E5-88B7-8462-6767-40D4F86152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67B808-4F8C-D801-7D1E-E8A17A89C5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7D0B84-EF97-D2CE-6FB9-C0A42B368C85}"/>
              </a:ext>
            </a:extLst>
          </p:cNvPr>
          <p:cNvSpPr>
            <a:spLocks noGrp="1"/>
          </p:cNvSpPr>
          <p:nvPr>
            <p:ph type="body" idx="1"/>
          </p:nvPr>
        </p:nvSpPr>
        <p:spPr/>
        <p:txBody>
          <a:bodyPr/>
          <a:lstStyle/>
          <a:p>
            <a:r>
              <a:rPr lang="en-US"/>
              <a:t>Primary and secondary findings</a:t>
            </a:r>
          </a:p>
        </p:txBody>
      </p:sp>
      <p:sp>
        <p:nvSpPr>
          <p:cNvPr id="4" name="Slide Number Placeholder 3">
            <a:extLst>
              <a:ext uri="{FF2B5EF4-FFF2-40B4-BE49-F238E27FC236}">
                <a16:creationId xmlns:a16="http://schemas.microsoft.com/office/drawing/2014/main" id="{1CBF04F6-BEE2-CFC6-1FB2-0822A7BDF8DC}"/>
              </a:ext>
            </a:extLst>
          </p:cNvPr>
          <p:cNvSpPr>
            <a:spLocks noGrp="1"/>
          </p:cNvSpPr>
          <p:nvPr>
            <p:ph type="sldNum" sz="quarter" idx="5"/>
          </p:nvPr>
        </p:nvSpPr>
        <p:spPr/>
        <p:txBody>
          <a:bodyPr/>
          <a:lstStyle/>
          <a:p>
            <a:fld id="{D8DE6521-A564-425D-93CE-130EAE035C57}" type="slidenum">
              <a:t>12</a:t>
            </a:fld>
            <a:endParaRPr lang="en-US"/>
          </a:p>
        </p:txBody>
      </p:sp>
    </p:spTree>
    <p:extLst>
      <p:ext uri="{BB962C8B-B14F-4D97-AF65-F5344CB8AC3E}">
        <p14:creationId xmlns:p14="http://schemas.microsoft.com/office/powerpoint/2010/main" val="5064335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D061D5-AF5E-86D9-DB38-CE840670A6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0DC142-DEA3-599A-2FAE-13503A3D38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85B0E7-BCF5-B385-8130-F2256AFA734E}"/>
              </a:ext>
            </a:extLst>
          </p:cNvPr>
          <p:cNvSpPr>
            <a:spLocks noGrp="1"/>
          </p:cNvSpPr>
          <p:nvPr>
            <p:ph type="body" idx="1"/>
          </p:nvPr>
        </p:nvSpPr>
        <p:spPr/>
        <p:txBody>
          <a:bodyPr/>
          <a:lstStyle/>
          <a:p>
            <a:r>
              <a:rPr lang="en-US"/>
              <a:t>
This section synthesizes the study’s results with an emphasis on effect size, precision, and clinical relevance. Start with participant flow and adherence, noting attrition rates and reasons for dropout. Discuss whether loss to follow-up differed between groups and how this might bias results.
Present the primary outcome results clearly, including effect estimates, confidence intervals, and p values. Translate statistical findings into clinically interpretable terms, such as absolute risk reduction or number needed to treat when applicable. Emphasize whether the observed effects meet thresholds for clinical importance, not just statistical significance.
Then review key secondary outcomes, subgroup analyses, and safety findings. Highlight any patterns that reinforce or complicate interpretation of the primary result. Discuss adverse events in detail, particularly those relevant to psychiatric practice, such as tolerability, discontinuation due to side effects, or symptom worsening. This balanced presentation helps residents integrate benefits and harms when considering clinical application.</a:t>
            </a:r>
          </a:p>
        </p:txBody>
      </p:sp>
      <p:sp>
        <p:nvSpPr>
          <p:cNvPr id="4" name="Slide Number Placeholder 3">
            <a:extLst>
              <a:ext uri="{FF2B5EF4-FFF2-40B4-BE49-F238E27FC236}">
                <a16:creationId xmlns:a16="http://schemas.microsoft.com/office/drawing/2014/main" id="{BE1C5F6F-32E0-B744-996D-981992D94CC1}"/>
              </a:ext>
            </a:extLst>
          </p:cNvPr>
          <p:cNvSpPr>
            <a:spLocks noGrp="1"/>
          </p:cNvSpPr>
          <p:nvPr>
            <p:ph type="sldNum" sz="quarter" idx="5"/>
          </p:nvPr>
        </p:nvSpPr>
        <p:spPr/>
        <p:txBody>
          <a:bodyPr/>
          <a:lstStyle/>
          <a:p>
            <a:fld id="{D8DE6521-A564-425D-93CE-130EAE035C57}" type="slidenum">
              <a:t>13</a:t>
            </a:fld>
            <a:endParaRPr lang="en-US"/>
          </a:p>
        </p:txBody>
      </p:sp>
    </p:spTree>
    <p:extLst>
      <p:ext uri="{BB962C8B-B14F-4D97-AF65-F5344CB8AC3E}">
        <p14:creationId xmlns:p14="http://schemas.microsoft.com/office/powerpoint/2010/main" val="42305631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Primary and secondary findings</a:t>
            </a:r>
          </a:p>
        </p:txBody>
      </p:sp>
      <p:sp>
        <p:nvSpPr>
          <p:cNvPr id="4" name="Slide Number Placeholder 3"/>
          <p:cNvSpPr>
            <a:spLocks noGrp="1"/>
          </p:cNvSpPr>
          <p:nvPr>
            <p:ph type="sldNum" sz="quarter" idx="5"/>
          </p:nvPr>
        </p:nvSpPr>
        <p:spPr/>
        <p:txBody>
          <a:bodyPr/>
          <a:lstStyle/>
          <a:p>
            <a:fld id="{D8DE6521-A564-425D-93CE-130EAE035C57}" type="slidenum">
              <a:t>14</a:t>
            </a:fld>
            <a:endParaRPr lang="en-US"/>
          </a:p>
        </p:txBody>
      </p:sp>
    </p:spTree>
    <p:extLst>
      <p:ext uri="{BB962C8B-B14F-4D97-AF65-F5344CB8AC3E}">
        <p14:creationId xmlns:p14="http://schemas.microsoft.com/office/powerpoint/2010/main" val="38583799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section synthesizes the study’s results with an emphasis on effect size, precision, and clinical relevance. Start with participant flow and adherence, noting attrition rates and reasons for dropout. Discuss whether loss to follow-up differed between groups and how this might bias results.
Present the primary outcome results clearly, including effect estimates, confidence intervals, and p values. Translate statistical findings into clinically interpretable terms, such as absolute risk reduction or number needed to treat when applicable. Emphasize whether the observed effects meet thresholds for clinical importance, not just statistical significance.
Then review key secondary outcomes, subgroup analyses, and safety findings. Highlight any patterns that reinforce or complicate interpretation of the primary result. Discuss adverse events in detail, particularly those relevant to psychiatric practice, such as tolerability, discontinuation due to side effects, or symptom worsening. This balanced presentation helps residents integrate benefits and harms when considering clinical application.</a:t>
            </a:r>
          </a:p>
        </p:txBody>
      </p:sp>
      <p:sp>
        <p:nvSpPr>
          <p:cNvPr id="4" name="Slide Number Placeholder 3"/>
          <p:cNvSpPr>
            <a:spLocks noGrp="1"/>
          </p:cNvSpPr>
          <p:nvPr>
            <p:ph type="sldNum" sz="quarter" idx="5"/>
          </p:nvPr>
        </p:nvSpPr>
        <p:spPr/>
        <p:txBody>
          <a:bodyPr/>
          <a:lstStyle/>
          <a:p>
            <a:fld id="{D8DE6521-A564-425D-93CE-130EAE035C57}" type="slidenum">
              <a:t>15</a:t>
            </a:fld>
            <a:endParaRPr lang="en-US"/>
          </a:p>
        </p:txBody>
      </p:sp>
    </p:spTree>
    <p:extLst>
      <p:ext uri="{BB962C8B-B14F-4D97-AF65-F5344CB8AC3E}">
        <p14:creationId xmlns:p14="http://schemas.microsoft.com/office/powerpoint/2010/main" val="9475129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Strengths, limitations, and take-home messages 
 Image source: Microsoft 365 content library</a:t>
            </a:r>
          </a:p>
        </p:txBody>
      </p:sp>
      <p:sp>
        <p:nvSpPr>
          <p:cNvPr id="4" name="Slide Number Placeholder 3"/>
          <p:cNvSpPr>
            <a:spLocks noGrp="1"/>
          </p:cNvSpPr>
          <p:nvPr>
            <p:ph type="sldNum" sz="quarter" idx="5"/>
          </p:nvPr>
        </p:nvSpPr>
        <p:spPr/>
        <p:txBody>
          <a:bodyPr/>
          <a:lstStyle/>
          <a:p>
            <a:fld id="{D8DE6521-A564-425D-93CE-130EAE035C57}" type="slidenum">
              <a:t>16</a:t>
            </a:fld>
            <a:endParaRPr lang="en-US"/>
          </a:p>
        </p:txBody>
      </p:sp>
    </p:spTree>
    <p:extLst>
      <p:ext uri="{BB962C8B-B14F-4D97-AF65-F5344CB8AC3E}">
        <p14:creationId xmlns:p14="http://schemas.microsoft.com/office/powerpoint/2010/main" val="33657130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Why this study matters for psychiatry practice 
 Image source: Microsoft 365 content library</a:t>
            </a:r>
          </a:p>
        </p:txBody>
      </p:sp>
      <p:sp>
        <p:nvSpPr>
          <p:cNvPr id="4" name="Slide Number Placeholder 3"/>
          <p:cNvSpPr>
            <a:spLocks noGrp="1"/>
          </p:cNvSpPr>
          <p:nvPr>
            <p:ph type="sldNum" sz="quarter" idx="5"/>
          </p:nvPr>
        </p:nvSpPr>
        <p:spPr/>
        <p:txBody>
          <a:bodyPr/>
          <a:lstStyle/>
          <a:p>
            <a:fld id="{D8DE6521-A564-425D-93CE-130EAE035C57}" type="slidenum">
              <a:t>17</a:t>
            </a:fld>
            <a:endParaRPr lang="en-US"/>
          </a:p>
        </p:txBody>
      </p:sp>
    </p:spTree>
    <p:extLst>
      <p:ext uri="{BB962C8B-B14F-4D97-AF65-F5344CB8AC3E}">
        <p14:creationId xmlns:p14="http://schemas.microsoft.com/office/powerpoint/2010/main" val="5684811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8DE6521-A564-425D-93CE-130EAE035C57}" type="slidenum">
              <a:t>18</a:t>
            </a:fld>
            <a:endParaRPr lang="en-US"/>
          </a:p>
        </p:txBody>
      </p:sp>
    </p:spTree>
    <p:extLst>
      <p:ext uri="{BB962C8B-B14F-4D97-AF65-F5344CB8AC3E}">
        <p14:creationId xmlns:p14="http://schemas.microsoft.com/office/powerpoint/2010/main" val="136462044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502920"/>
            <a:ext cx="5852160" cy="2953512"/>
          </a:xfrm>
        </p:spPr>
        <p:txBody>
          <a:bodyPr vert="horz" lIns="91440" tIns="45720" rIns="91440" bIns="45720" rtlCol="0" anchor="t">
            <a:normAutofit/>
          </a:bodyPr>
          <a:lstStyle>
            <a:lvl1pPr>
              <a:defRPr lang="en-US" sz="5400" dirty="0">
                <a:gradFill>
                  <a:gsLst>
                    <a:gs pos="0">
                      <a:schemeClr val="accent2"/>
                    </a:gs>
                    <a:gs pos="100000">
                      <a:schemeClr val="accent5"/>
                    </a:gs>
                  </a:gsLst>
                  <a:lin ang="15600000" scaled="0"/>
                </a:gra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544568"/>
            <a:ext cx="4681728" cy="1591056"/>
          </a:xfrm>
        </p:spPr>
        <p:txBody>
          <a:bodyPr vert="horz" lIns="91440" tIns="45720" rIns="91440" bIns="45720" rtlCol="0" anchor="ctr">
            <a:normAutofit/>
          </a:bodyPr>
          <a:lstStyle>
            <a:lvl1pPr marL="0" indent="0">
              <a:buNone/>
              <a:defRPr lang="en-US" sz="2000" dirty="0"/>
            </a:lvl1pPr>
          </a:lstStyle>
          <a:p>
            <a:pPr lvl="0"/>
            <a:r>
              <a:rPr lang="en-US"/>
              <a:t>Click to edit Master subtitle style</a:t>
            </a:r>
          </a:p>
        </p:txBody>
      </p:sp>
      <p:sp>
        <p:nvSpPr>
          <p:cNvPr id="11" name="Footer Placeholder 10">
            <a:extLst>
              <a:ext uri="{FF2B5EF4-FFF2-40B4-BE49-F238E27FC236}">
                <a16:creationId xmlns:a16="http://schemas.microsoft.com/office/drawing/2014/main" id="{F98245A6-7E39-43E3-BB93-77F622756065}"/>
              </a:ext>
            </a:extLst>
          </p:cNvPr>
          <p:cNvSpPr>
            <a:spLocks noGrp="1"/>
          </p:cNvSpPr>
          <p:nvPr>
            <p:ph type="ftr" sz="quarter" idx="15"/>
          </p:nvPr>
        </p:nvSpPr>
        <p:spPr/>
        <p:txBody>
          <a:bodyPr/>
          <a:lstStyle/>
          <a:p>
            <a:endParaRPr lang="en-US"/>
          </a:p>
        </p:txBody>
      </p:sp>
      <p:sp>
        <p:nvSpPr>
          <p:cNvPr id="10" name="Date Placeholder 9">
            <a:extLst>
              <a:ext uri="{FF2B5EF4-FFF2-40B4-BE49-F238E27FC236}">
                <a16:creationId xmlns:a16="http://schemas.microsoft.com/office/drawing/2014/main" id="{00431E1F-9861-6E9A-6FDA-9450A0A9109C}"/>
              </a:ext>
            </a:extLst>
          </p:cNvPr>
          <p:cNvSpPr>
            <a:spLocks noGrp="1"/>
          </p:cNvSpPr>
          <p:nvPr>
            <p:ph type="dt" sz="half" idx="14"/>
          </p:nvPr>
        </p:nvSpPr>
        <p:spPr>
          <a:xfrm>
            <a:off x="4617720" y="6318504"/>
            <a:ext cx="2153412" cy="365760"/>
          </a:xfrm>
        </p:spPr>
        <p:txBody>
          <a:bodyPr/>
          <a:lstStyle/>
          <a:p>
            <a:fld id="{3AEEF7F6-ECFE-4473-B3E9-C91BE833927A}" type="datetimeFigureOut">
              <a:rPr lang="en-US" smtClean="0"/>
              <a:t>3/16/2026</a:t>
            </a:fld>
            <a:endParaRPr lang="en-US"/>
          </a:p>
        </p:txBody>
      </p:sp>
      <p:sp>
        <p:nvSpPr>
          <p:cNvPr id="12" name="Slide Number Placeholder 11">
            <a:extLst>
              <a:ext uri="{FF2B5EF4-FFF2-40B4-BE49-F238E27FC236}">
                <a16:creationId xmlns:a16="http://schemas.microsoft.com/office/drawing/2014/main" id="{43C4D8A9-0078-62DC-A293-9B6083ED649D}"/>
              </a:ext>
            </a:extLst>
          </p:cNvPr>
          <p:cNvSpPr>
            <a:spLocks noGrp="1"/>
          </p:cNvSpPr>
          <p:nvPr>
            <p:ph type="sldNum" sz="quarter" idx="16"/>
          </p:nvPr>
        </p:nvSpPr>
        <p:spPr>
          <a:xfrm>
            <a:off x="6688836" y="6318504"/>
            <a:ext cx="493776" cy="365760"/>
          </a:xfrm>
        </p:spPr>
        <p:txBody>
          <a:bodyPr/>
          <a:lstStyle/>
          <a:p>
            <a:fld id="{5DAD859A-2C66-45B9-9A71-3CF205EC2D4A}" type="slidenum">
              <a:rPr lang="en-US" smtClean="0"/>
              <a:t>‹#›</a:t>
            </a:fld>
            <a:endParaRPr lang="en-US"/>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7534656" y="0"/>
            <a:ext cx="4657344" cy="6858000"/>
          </a:xfrm>
          <a:blipFill>
            <a:blip r:embed="rId2">
              <a:alphaModFix amt="70000"/>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62475411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3EACE7F8-A7D9-2E2C-2B0B-0DB8D7168AAC}"/>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1" name="Rectangle 10">
              <a:extLst>
                <a:ext uri="{FF2B5EF4-FFF2-40B4-BE49-F238E27FC236}">
                  <a16:creationId xmlns:a16="http://schemas.microsoft.com/office/drawing/2014/main" id="{DB768309-21D1-59BA-F479-9F846B9A0FB2}"/>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3D94F90-5391-9976-036B-C34C2C30448C}"/>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457200"/>
            <a:ext cx="10954512" cy="731520"/>
          </a:xfrm>
        </p:spPr>
        <p:txBody>
          <a:bodyPr/>
          <a:lstStyle>
            <a:lvl1pPr>
              <a:defRPr>
                <a:gradFill>
                  <a:gsLst>
                    <a:gs pos="0">
                      <a:schemeClr val="accent5"/>
                    </a:gs>
                    <a:gs pos="100000">
                      <a:schemeClr val="accent2"/>
                    </a:gs>
                  </a:gsLst>
                  <a:lin ang="13800000" scaled="0"/>
                </a:gradFill>
              </a:defRPr>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8" y="1362455"/>
            <a:ext cx="10954512" cy="49560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9BEDC843-90AD-36D3-6615-3505603F8E22}"/>
              </a:ext>
            </a:extLst>
          </p:cNvPr>
          <p:cNvSpPr>
            <a:spLocks noGrp="1"/>
          </p:cNvSpPr>
          <p:nvPr>
            <p:ph type="ftr" sz="quarter" idx="11"/>
          </p:nvPr>
        </p:nvSpPr>
        <p:spPr/>
        <p:txBody>
          <a:bodyPr/>
          <a:lstStyle/>
          <a:p>
            <a:endParaRPr lang="en-US"/>
          </a:p>
        </p:txBody>
      </p:sp>
      <p:sp>
        <p:nvSpPr>
          <p:cNvPr id="7" name="Date Placeholder 6">
            <a:extLst>
              <a:ext uri="{FF2B5EF4-FFF2-40B4-BE49-F238E27FC236}">
                <a16:creationId xmlns:a16="http://schemas.microsoft.com/office/drawing/2014/main" id="{852C5F7B-97CA-C06C-A155-E4BC307DB0FB}"/>
              </a:ext>
            </a:extLst>
          </p:cNvPr>
          <p:cNvSpPr>
            <a:spLocks noGrp="1"/>
          </p:cNvSpPr>
          <p:nvPr>
            <p:ph type="dt" sz="half" idx="10"/>
          </p:nvPr>
        </p:nvSpPr>
        <p:spPr/>
        <p:txBody>
          <a:bodyPr/>
          <a:lstStyle/>
          <a:p>
            <a:fld id="{3AEEF7F6-ECFE-4473-B3E9-C91BE833927A}" type="datetimeFigureOut">
              <a:rPr lang="en-US" smtClean="0"/>
              <a:t>3/16/2026</a:t>
            </a:fld>
            <a:endParaRPr lang="en-US"/>
          </a:p>
        </p:txBody>
      </p:sp>
      <p:sp>
        <p:nvSpPr>
          <p:cNvPr id="9" name="Slide Number Placeholder 8">
            <a:extLst>
              <a:ext uri="{FF2B5EF4-FFF2-40B4-BE49-F238E27FC236}">
                <a16:creationId xmlns:a16="http://schemas.microsoft.com/office/drawing/2014/main" id="{DB324737-C1DF-CE60-245E-385E02AC2FB0}"/>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4457031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247888" y="713232"/>
            <a:ext cx="3364992" cy="3227832"/>
          </a:xfrm>
        </p:spPr>
        <p:txBody>
          <a:bodyPr vert="horz" lIns="91440" tIns="45720" rIns="91440" bIns="45720" rtlCol="0" anchor="t">
            <a:normAutofit/>
          </a:bodyPr>
          <a:lstStyle>
            <a:lvl1pPr>
              <a:defRPr lang="en-US" sz="4000" dirty="0">
                <a:gradFill>
                  <a:gsLst>
                    <a:gs pos="0">
                      <a:schemeClr val="accent2"/>
                    </a:gs>
                    <a:gs pos="100000">
                      <a:schemeClr val="accent5"/>
                    </a:gs>
                  </a:gsLst>
                  <a:lin ang="15600000" scaled="0"/>
                </a:gra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247888" y="5138927"/>
            <a:ext cx="3200400" cy="1197864"/>
          </a:xfrm>
        </p:spPr>
        <p:txBody>
          <a:bodyPr vert="horz" lIns="91440" tIns="45720" rIns="91440" bIns="45720" rtlCol="0">
            <a:normAutofit/>
          </a:bodyPr>
          <a:lstStyle>
            <a:lvl1pPr marL="0" indent="0">
              <a:buNone/>
              <a:defRPr lang="en-US" sz="2000" dirty="0"/>
            </a:lvl1pPr>
          </a:lstStyle>
          <a:p>
            <a:pPr lvl="0"/>
            <a:r>
              <a:rPr lang="en-US"/>
              <a:t>Click to edit Master subtitle style</a:t>
            </a:r>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7548451" cy="6858000"/>
          </a:xfrm>
          <a:blipFill>
            <a:blip r:embed="rId2">
              <a:alphaModFix amt="70000"/>
            </a:blip>
            <a:stretch>
              <a:fillRect/>
            </a:stretch>
          </a:blipFill>
        </p:spPr>
        <p:txBody>
          <a:bodyPr/>
          <a:lstStyle>
            <a:lvl1pPr marL="0" indent="0">
              <a:buNone/>
              <a:defRPr/>
            </a:lvl1pPr>
          </a:lstStyle>
          <a:p>
            <a:r>
              <a:rPr lang="en-US"/>
              <a:t> </a:t>
            </a:r>
          </a:p>
        </p:txBody>
      </p:sp>
      <p:grpSp>
        <p:nvGrpSpPr>
          <p:cNvPr id="7" name="Group 6">
            <a:extLst>
              <a:ext uri="{FF2B5EF4-FFF2-40B4-BE49-F238E27FC236}">
                <a16:creationId xmlns:a16="http://schemas.microsoft.com/office/drawing/2014/main" id="{9BCBE317-7590-8646-B2DB-5BED6EE8A19B}"/>
              </a:ext>
              <a:ext uri="{C183D7F6-B498-43B3-948B-1728B52AA6E4}">
                <adec:decorative xmlns:adec="http://schemas.microsoft.com/office/drawing/2017/decorative" val="1"/>
              </a:ext>
            </a:extLst>
          </p:cNvPr>
          <p:cNvGrpSpPr/>
          <p:nvPr/>
        </p:nvGrpSpPr>
        <p:grpSpPr>
          <a:xfrm rot="5400000">
            <a:off x="4181134" y="3367319"/>
            <a:ext cx="6858000" cy="123363"/>
            <a:chOff x="-5025" y="6737718"/>
            <a:chExt cx="12207200" cy="123363"/>
          </a:xfrm>
        </p:grpSpPr>
        <p:sp>
          <p:nvSpPr>
            <p:cNvPr id="8" name="Rectangle 7">
              <a:extLst>
                <a:ext uri="{FF2B5EF4-FFF2-40B4-BE49-F238E27FC236}">
                  <a16:creationId xmlns:a16="http://schemas.microsoft.com/office/drawing/2014/main" id="{55B255D3-4FB2-87A8-E502-9CDE10990A39}"/>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D15F704-CD21-A249-03F6-4F036D21400B}"/>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Footer Placeholder 4">
            <a:extLst>
              <a:ext uri="{FF2B5EF4-FFF2-40B4-BE49-F238E27FC236}">
                <a16:creationId xmlns:a16="http://schemas.microsoft.com/office/drawing/2014/main" id="{6B30B7E9-D8D3-BC56-A758-6C86B58C0AC5}"/>
              </a:ext>
            </a:extLst>
          </p:cNvPr>
          <p:cNvSpPr>
            <a:spLocks noGrp="1"/>
          </p:cNvSpPr>
          <p:nvPr>
            <p:ph type="ftr" sz="quarter" idx="15"/>
          </p:nvPr>
        </p:nvSpPr>
        <p:spPr>
          <a:xfrm>
            <a:off x="8247888" y="6318504"/>
            <a:ext cx="2459736" cy="365760"/>
          </a:xfrm>
        </p:spPr>
        <p:txBody>
          <a:bodyPr/>
          <a:lstStyle/>
          <a:p>
            <a:endParaRPr lang="en-US"/>
          </a:p>
        </p:txBody>
      </p:sp>
      <p:sp>
        <p:nvSpPr>
          <p:cNvPr id="4" name="Date Placeholder 3">
            <a:extLst>
              <a:ext uri="{FF2B5EF4-FFF2-40B4-BE49-F238E27FC236}">
                <a16:creationId xmlns:a16="http://schemas.microsoft.com/office/drawing/2014/main" id="{3D4FF974-138E-88CF-9001-1A07C67D1DFD}"/>
              </a:ext>
            </a:extLst>
          </p:cNvPr>
          <p:cNvSpPr>
            <a:spLocks noGrp="1"/>
          </p:cNvSpPr>
          <p:nvPr>
            <p:ph type="dt" sz="half" idx="14"/>
          </p:nvPr>
        </p:nvSpPr>
        <p:spPr>
          <a:xfrm>
            <a:off x="10707624" y="6318504"/>
            <a:ext cx="859536" cy="365760"/>
          </a:xfrm>
        </p:spPr>
        <p:txBody>
          <a:bodyPr/>
          <a:lstStyle/>
          <a:p>
            <a:fld id="{3AEEF7F6-ECFE-4473-B3E9-C91BE833927A}" type="datetimeFigureOut">
              <a:rPr lang="en-US" smtClean="0"/>
              <a:t>3/16/2026</a:t>
            </a:fld>
            <a:endParaRPr lang="en-US"/>
          </a:p>
        </p:txBody>
      </p:sp>
      <p:sp>
        <p:nvSpPr>
          <p:cNvPr id="6" name="Slide Number Placeholder 5">
            <a:extLst>
              <a:ext uri="{FF2B5EF4-FFF2-40B4-BE49-F238E27FC236}">
                <a16:creationId xmlns:a16="http://schemas.microsoft.com/office/drawing/2014/main" id="{E1DA7CD4-7B92-1CD1-A9F0-94B053972CA3}"/>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81948945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bg>
      <p:bgRef idx="1001">
        <a:schemeClr val="bg1"/>
      </p:bgRef>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CEAB82C7-4740-BEAB-85E9-C816E1CDC453}"/>
              </a:ext>
              <a:ext uri="{C183D7F6-B498-43B3-948B-1728B52AA6E4}">
                <adec:decorative xmlns:adec="http://schemas.microsoft.com/office/drawing/2017/decorative" val="1"/>
              </a:ext>
            </a:extLst>
          </p:cNvPr>
          <p:cNvGrpSpPr/>
          <p:nvPr/>
        </p:nvGrpSpPr>
        <p:grpSpPr>
          <a:xfrm rot="10800000">
            <a:off x="0" y="4492680"/>
            <a:ext cx="12207200" cy="123363"/>
            <a:chOff x="-5025" y="6737718"/>
            <a:chExt cx="12207200" cy="123363"/>
          </a:xfrm>
        </p:grpSpPr>
        <p:sp>
          <p:nvSpPr>
            <p:cNvPr id="5" name="Rectangle 4">
              <a:extLst>
                <a:ext uri="{FF2B5EF4-FFF2-40B4-BE49-F238E27FC236}">
                  <a16:creationId xmlns:a16="http://schemas.microsoft.com/office/drawing/2014/main" id="{0B7E10D0-EE9E-6432-2C4D-0324DE19518E}"/>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663B4BE8-5DA5-6F2B-0DB6-7901D4547F64}"/>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22732" y="4965192"/>
            <a:ext cx="11146536" cy="786384"/>
          </a:xfrm>
        </p:spPr>
        <p:txBody>
          <a:bodyPr anchor="b">
            <a:normAutofit/>
          </a:bodyPr>
          <a:lstStyle>
            <a:lvl1pPr algn="ctr">
              <a:defRPr sz="36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143000" y="5806440"/>
            <a:ext cx="9902952" cy="576072"/>
          </a:xfrm>
        </p:spPr>
        <p:txBody>
          <a:bodyPr anchor="t">
            <a:normAutofit/>
          </a:bodyPr>
          <a:lstStyle>
            <a:lvl1pPr marL="0" indent="0" algn="ctr">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4492679"/>
          </a:xfrm>
          <a:blipFill>
            <a:blip r:embed="rId2">
              <a:alphaModFix amt="70000"/>
            </a:blip>
            <a:stretch>
              <a:fillRect/>
            </a:stretch>
          </a:blipFill>
        </p:spPr>
        <p:txBody>
          <a:bodyPr/>
          <a:lstStyle>
            <a:lvl1pPr marL="0" indent="0">
              <a:buNone/>
              <a:defRPr/>
            </a:lvl1pPr>
          </a:lstStyle>
          <a:p>
            <a:r>
              <a:rPr lang="en-US"/>
              <a:t> </a:t>
            </a:r>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p:txBody>
          <a:bodyPr/>
          <a:lstStyle/>
          <a:p>
            <a:endParaRPr lang="en-US"/>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p:txBody>
          <a:bodyPr/>
          <a:lstStyle/>
          <a:p>
            <a:fld id="{3AEEF7F6-ECFE-4473-B3E9-C91BE833927A}" type="datetimeFigureOut">
              <a:rPr lang="en-US" smtClean="0"/>
              <a:t>3/16/2026</a:t>
            </a:fld>
            <a:endParaRPr lang="en-US"/>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33669055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429768"/>
            <a:ext cx="9336024" cy="3776472"/>
          </a:xfrm>
        </p:spPr>
        <p:txBody>
          <a:bodyPr vert="horz" lIns="91440" tIns="45720" rIns="91440" bIns="45720" rtlCol="0" anchor="t">
            <a:normAutofit/>
          </a:bodyPr>
          <a:lstStyle>
            <a:lvl1pPr>
              <a:defRPr lang="en-US" sz="8000" dirty="0">
                <a:gradFill>
                  <a:gsLst>
                    <a:gs pos="0">
                      <a:schemeClr val="accent5"/>
                    </a:gs>
                    <a:gs pos="100000">
                      <a:schemeClr val="accent2"/>
                    </a:gs>
                  </a:gsLst>
                  <a:lin ang="6000000" scaled="0"/>
                </a:gra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663440"/>
            <a:ext cx="6903720" cy="1344168"/>
          </a:xfrm>
        </p:spPr>
        <p:txBody>
          <a:bodyPr vert="horz" lIns="91440" tIns="45720" rIns="91440" bIns="45720" rtlCol="0" anchor="ctr">
            <a:normAutofit/>
          </a:bodyPr>
          <a:lstStyle>
            <a:lvl1pPr marL="0" indent="0">
              <a:buNone/>
              <a:defRPr lang="en-US" sz="200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50AAE0C5-AA7D-C4A0-BB09-3D328C8523AC}"/>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F8454691-E40E-1B02-C9B2-FD70013E0175}"/>
              </a:ext>
            </a:extLst>
          </p:cNvPr>
          <p:cNvSpPr>
            <a:spLocks noGrp="1"/>
          </p:cNvSpPr>
          <p:nvPr>
            <p:ph type="dt" sz="half" idx="10"/>
          </p:nvPr>
        </p:nvSpPr>
        <p:spPr/>
        <p:txBody>
          <a:bodyPr/>
          <a:lstStyle/>
          <a:p>
            <a:fld id="{3AEEF7F6-ECFE-4473-B3E9-C91BE833927A}" type="datetimeFigureOut">
              <a:rPr lang="en-US" smtClean="0"/>
              <a:t>3/16/2026</a:t>
            </a:fld>
            <a:endParaRPr lang="en-US"/>
          </a:p>
        </p:txBody>
      </p:sp>
      <p:sp>
        <p:nvSpPr>
          <p:cNvPr id="6" name="Slide Number Placeholder 5">
            <a:extLst>
              <a:ext uri="{FF2B5EF4-FFF2-40B4-BE49-F238E27FC236}">
                <a16:creationId xmlns:a16="http://schemas.microsoft.com/office/drawing/2014/main" id="{8D766BF4-6BB2-066C-5243-2D5CF17BA496}"/>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402382917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429768"/>
            <a:ext cx="9336024" cy="3776472"/>
          </a:xfrm>
        </p:spPr>
        <p:txBody>
          <a:bodyPr vert="horz" lIns="91440" tIns="45720" rIns="91440" bIns="45720" rtlCol="0" anchor="b">
            <a:normAutofit/>
          </a:bodyPr>
          <a:lstStyle>
            <a:lvl1pPr>
              <a:defRPr lang="en-US" sz="8000" dirty="0">
                <a:gradFill>
                  <a:gsLst>
                    <a:gs pos="0">
                      <a:schemeClr val="accent5"/>
                    </a:gs>
                    <a:gs pos="100000">
                      <a:schemeClr val="accent2"/>
                    </a:gs>
                  </a:gsLst>
                  <a:lin ang="6000000" scaled="0"/>
                </a:gra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663440"/>
            <a:ext cx="6903720" cy="1344168"/>
          </a:xfrm>
        </p:spPr>
        <p:txBody>
          <a:bodyPr vert="horz" lIns="91440" tIns="45720" rIns="91440" bIns="45720" rtlCol="0" anchor="t">
            <a:normAutofit/>
          </a:bodyPr>
          <a:lstStyle>
            <a:lvl1pPr marL="0" indent="0">
              <a:buNone/>
              <a:defRPr lang="en-US" sz="200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50AAE0C5-AA7D-C4A0-BB09-3D328C8523AC}"/>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F8454691-E40E-1B02-C9B2-FD70013E0175}"/>
              </a:ext>
            </a:extLst>
          </p:cNvPr>
          <p:cNvSpPr>
            <a:spLocks noGrp="1"/>
          </p:cNvSpPr>
          <p:nvPr>
            <p:ph type="dt" sz="half" idx="10"/>
          </p:nvPr>
        </p:nvSpPr>
        <p:spPr/>
        <p:txBody>
          <a:bodyPr/>
          <a:lstStyle/>
          <a:p>
            <a:fld id="{3AEEF7F6-ECFE-4473-B3E9-C91BE833927A}" type="datetimeFigureOut">
              <a:rPr lang="en-US" smtClean="0"/>
              <a:t>3/16/2026</a:t>
            </a:fld>
            <a:endParaRPr lang="en-US"/>
          </a:p>
        </p:txBody>
      </p:sp>
      <p:sp>
        <p:nvSpPr>
          <p:cNvPr id="6" name="Slide Number Placeholder 5">
            <a:extLst>
              <a:ext uri="{FF2B5EF4-FFF2-40B4-BE49-F238E27FC236}">
                <a16:creationId xmlns:a16="http://schemas.microsoft.com/office/drawing/2014/main" id="{8D766BF4-6BB2-066C-5243-2D5CF17BA496}"/>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59812892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A219385-CEEC-20A5-C72F-B13448DE6E0F}"/>
              </a:ext>
            </a:extLst>
          </p:cNvPr>
          <p:cNvSpPr/>
          <p:nvPr/>
        </p:nvSpPr>
        <p:spPr>
          <a:xfrm>
            <a:off x="0" y="-12003"/>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9FFFB07-15C3-5030-73A7-6D0EBC2FB180}"/>
              </a:ext>
            </a:extLst>
          </p:cNvPr>
          <p:cNvSpPr/>
          <p:nvPr/>
        </p:nvSpPr>
        <p:spPr>
          <a:xfrm>
            <a:off x="0"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FFC67F9-A48C-BB0E-03C5-9C32A6BB8C5D}"/>
              </a:ext>
            </a:extLst>
          </p:cNvPr>
          <p:cNvSpPr/>
          <p:nvPr/>
        </p:nvSpPr>
        <p:spPr>
          <a:xfrm rot="16200000" flipH="1">
            <a:off x="2660997" y="-2673001"/>
            <a:ext cx="6870003" cy="12192002"/>
          </a:xfrm>
          <a:prstGeom prst="rect">
            <a:avLst/>
          </a:prstGeom>
          <a:gradFill>
            <a:gsLst>
              <a:gs pos="0">
                <a:schemeClr val="accent2"/>
              </a:gs>
              <a:gs pos="94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8A2436E8-8599-9171-B0E5-3A3CED0AE2C4}"/>
              </a:ext>
            </a:extLst>
          </p:cNvPr>
          <p:cNvSpPr/>
          <p:nvPr/>
        </p:nvSpPr>
        <p:spPr>
          <a:xfrm rot="5400000" flipH="1">
            <a:off x="2719785" y="-1537266"/>
            <a:ext cx="5669226" cy="11108800"/>
          </a:xfrm>
          <a:prstGeom prst="rect">
            <a:avLst/>
          </a:prstGeom>
          <a:gradFill flip="none" rotWithShape="1">
            <a:gsLst>
              <a:gs pos="0">
                <a:schemeClr val="accent5">
                  <a:lumMod val="75000"/>
                  <a:alpha val="90000"/>
                </a:schemeClr>
              </a:gs>
              <a:gs pos="39000">
                <a:schemeClr val="accent5">
                  <a:lumMod val="60000"/>
                  <a:lumOff val="40000"/>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0" name="Rectangle 9">
            <a:extLst>
              <a:ext uri="{FF2B5EF4-FFF2-40B4-BE49-F238E27FC236}">
                <a16:creationId xmlns:a16="http://schemas.microsoft.com/office/drawing/2014/main" id="{9D052CAB-57CB-D9A8-5BBE-F7898C5ECEE0}"/>
              </a:ext>
              <a:ext uri="{C183D7F6-B498-43B3-948B-1728B52AA6E4}">
                <adec:decorative xmlns:adec="http://schemas.microsoft.com/office/drawing/2017/decorative" val="1"/>
              </a:ext>
            </a:extLst>
          </p:cNvPr>
          <p:cNvSpPr/>
          <p:nvPr/>
        </p:nvSpPr>
        <p:spPr>
          <a:xfrm rot="16200000" flipH="1">
            <a:off x="-648303" y="636301"/>
            <a:ext cx="6870003" cy="5573396"/>
          </a:xfrm>
          <a:prstGeom prst="rect">
            <a:avLst/>
          </a:prstGeom>
          <a:gradFill flip="none" rotWithShape="1">
            <a:gsLst>
              <a:gs pos="2000">
                <a:schemeClr val="accent2">
                  <a:lumMod val="75000"/>
                </a:schemeClr>
              </a:gs>
              <a:gs pos="37000">
                <a:schemeClr val="accent2">
                  <a:alpha val="0"/>
                </a:schemeClr>
              </a:gs>
            </a:gsLst>
            <a:lin ang="36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solidFill>
                <a:srgbClr val="FFFFFF"/>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429768"/>
            <a:ext cx="9336024" cy="3776472"/>
          </a:xfrm>
        </p:spPr>
        <p:txBody>
          <a:bodyPr vert="horz" lIns="91440" tIns="45720" rIns="91440" bIns="45720" rtlCol="0" anchor="t">
            <a:normAutofit/>
          </a:bodyPr>
          <a:lstStyle>
            <a:lvl1pPr>
              <a:defRPr lang="en-US" sz="8000" dirty="0">
                <a:solidFill>
                  <a:schemeClr val="tx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663440"/>
            <a:ext cx="6903720" cy="1344168"/>
          </a:xfrm>
        </p:spPr>
        <p:txBody>
          <a:bodyPr vert="horz" lIns="91440" tIns="45720" rIns="91440" bIns="45720" rtlCol="0" anchor="ctr">
            <a:normAutofit/>
          </a:bodyPr>
          <a:lstStyle>
            <a:lvl1pPr marL="0" indent="0">
              <a:buNone/>
              <a:defRPr lang="en-US" sz="2000" dirty="0">
                <a:solidFill>
                  <a:schemeClr val="tx1"/>
                </a:solidFill>
              </a:defRPr>
            </a:lvl1pPr>
          </a:lstStyle>
          <a:p>
            <a:pPr lvl="0"/>
            <a:r>
              <a:rPr lang="en-US"/>
              <a:t>Click to edit Master subtitle style</a:t>
            </a:r>
          </a:p>
        </p:txBody>
      </p:sp>
      <p:sp>
        <p:nvSpPr>
          <p:cNvPr id="12" name="Footer Placeholder 11">
            <a:extLst>
              <a:ext uri="{FF2B5EF4-FFF2-40B4-BE49-F238E27FC236}">
                <a16:creationId xmlns:a16="http://schemas.microsoft.com/office/drawing/2014/main" id="{1EF90BDF-2A3B-8AD7-6EE4-11ED28664F7A}"/>
              </a:ext>
            </a:extLst>
          </p:cNvPr>
          <p:cNvSpPr>
            <a:spLocks noGrp="1"/>
          </p:cNvSpPr>
          <p:nvPr>
            <p:ph type="ftr" sz="quarter" idx="11"/>
          </p:nvPr>
        </p:nvSpPr>
        <p:spPr/>
        <p:txBody>
          <a:bodyPr/>
          <a:lstStyle>
            <a:lvl1pPr>
              <a:defRPr>
                <a:solidFill>
                  <a:schemeClr val="tx1"/>
                </a:solidFill>
              </a:defRPr>
            </a:lvl1pPr>
          </a:lstStyle>
          <a:p>
            <a:endParaRPr lang="en-US"/>
          </a:p>
        </p:txBody>
      </p:sp>
      <p:sp>
        <p:nvSpPr>
          <p:cNvPr id="11" name="Date Placeholder 10">
            <a:extLst>
              <a:ext uri="{FF2B5EF4-FFF2-40B4-BE49-F238E27FC236}">
                <a16:creationId xmlns:a16="http://schemas.microsoft.com/office/drawing/2014/main" id="{81B66C1B-A1AD-A2BC-11D8-9AEA5E834AAC}"/>
              </a:ext>
            </a:extLst>
          </p:cNvPr>
          <p:cNvSpPr>
            <a:spLocks noGrp="1"/>
          </p:cNvSpPr>
          <p:nvPr>
            <p:ph type="dt" sz="half" idx="10"/>
          </p:nvPr>
        </p:nvSpPr>
        <p:spPr/>
        <p:txBody>
          <a:bodyPr/>
          <a:lstStyle>
            <a:lvl1pPr>
              <a:defRPr>
                <a:solidFill>
                  <a:schemeClr val="tx1"/>
                </a:solidFill>
              </a:defRPr>
            </a:lvl1pPr>
          </a:lstStyle>
          <a:p>
            <a:fld id="{3AEEF7F6-ECFE-4473-B3E9-C91BE833927A}" type="datetimeFigureOut">
              <a:rPr lang="en-US" smtClean="0"/>
              <a:t>3/16/2026</a:t>
            </a:fld>
            <a:endParaRPr lang="en-US"/>
          </a:p>
        </p:txBody>
      </p:sp>
      <p:sp>
        <p:nvSpPr>
          <p:cNvPr id="13" name="Slide Number Placeholder 12">
            <a:extLst>
              <a:ext uri="{FF2B5EF4-FFF2-40B4-BE49-F238E27FC236}">
                <a16:creationId xmlns:a16="http://schemas.microsoft.com/office/drawing/2014/main" id="{9A384A4A-7C42-E7AC-02FD-B65B61D21490}"/>
              </a:ext>
            </a:extLst>
          </p:cNvPr>
          <p:cNvSpPr>
            <a:spLocks noGrp="1"/>
          </p:cNvSpPr>
          <p:nvPr>
            <p:ph type="sldNum" sz="quarter" idx="12"/>
          </p:nvPr>
        </p:nvSpPr>
        <p:spPr/>
        <p:txBody>
          <a:bodyPr/>
          <a:lstStyle>
            <a:lvl1pPr>
              <a:defRPr>
                <a:solidFill>
                  <a:schemeClr val="tx1"/>
                </a:solidFill>
              </a:defRPr>
            </a:lvl1pPr>
          </a:lstStyle>
          <a:p>
            <a:fld id="{5DAD859A-2C66-45B9-9A71-3CF205EC2D4A}" type="slidenum">
              <a:rPr lang="en-US" smtClean="0"/>
              <a:t>‹#›</a:t>
            </a:fld>
            <a:endParaRPr lang="en-US"/>
          </a:p>
        </p:txBody>
      </p:sp>
    </p:spTree>
    <p:extLst>
      <p:ext uri="{BB962C8B-B14F-4D97-AF65-F5344CB8AC3E}">
        <p14:creationId xmlns:p14="http://schemas.microsoft.com/office/powerpoint/2010/main" val="131323475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4F65FF0-EE88-E48A-1552-AF2B228EADC6}"/>
              </a:ext>
            </a:extLst>
          </p:cNvPr>
          <p:cNvSpPr/>
          <p:nvPr/>
        </p:nvSpPr>
        <p:spPr>
          <a:xfrm>
            <a:off x="0" y="0"/>
            <a:ext cx="12192000" cy="6857999"/>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3D93006-CD9A-ACB8-4DFF-755585BD51C6}"/>
              </a:ext>
            </a:extLst>
          </p:cNvPr>
          <p:cNvSpPr/>
          <p:nvPr/>
        </p:nvSpPr>
        <p:spPr>
          <a:xfrm rot="5400000" flipH="1" flipV="1">
            <a:off x="2657856" y="-2666214"/>
            <a:ext cx="6876288" cy="12192001"/>
          </a:xfrm>
          <a:prstGeom prst="rect">
            <a:avLst/>
          </a:prstGeom>
          <a:gradFill>
            <a:gsLst>
              <a:gs pos="13000">
                <a:schemeClr val="accent2"/>
              </a:gs>
              <a:gs pos="100000">
                <a:schemeClr val="accent5"/>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6" name="Rectangle 5">
            <a:extLst>
              <a:ext uri="{FF2B5EF4-FFF2-40B4-BE49-F238E27FC236}">
                <a16:creationId xmlns:a16="http://schemas.microsoft.com/office/drawing/2014/main" id="{3B71B6E1-2B98-87C0-C97D-DC19E754324D}"/>
              </a:ext>
            </a:extLst>
          </p:cNvPr>
          <p:cNvSpPr/>
          <p:nvPr/>
        </p:nvSpPr>
        <p:spPr>
          <a:xfrm rot="16200000" flipH="1" flipV="1">
            <a:off x="2144989" y="-2153344"/>
            <a:ext cx="5473326" cy="9763303"/>
          </a:xfrm>
          <a:prstGeom prst="rect">
            <a:avLst/>
          </a:prstGeom>
          <a:gradFill flip="none" rotWithShape="1">
            <a:gsLst>
              <a:gs pos="0">
                <a:schemeClr val="accent5">
                  <a:lumMod val="75000"/>
                  <a:alpha val="68000"/>
                </a:schemeClr>
              </a:gs>
              <a:gs pos="45000">
                <a:schemeClr val="accent5">
                  <a:lumMod val="60000"/>
                  <a:lumOff val="40000"/>
                  <a:alpha val="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7" name="Rectangle 6">
            <a:extLst>
              <a:ext uri="{FF2B5EF4-FFF2-40B4-BE49-F238E27FC236}">
                <a16:creationId xmlns:a16="http://schemas.microsoft.com/office/drawing/2014/main" id="{A35B8330-0A40-6340-3205-86A38459537F}"/>
              </a:ext>
            </a:extLst>
          </p:cNvPr>
          <p:cNvSpPr/>
          <p:nvPr/>
        </p:nvSpPr>
        <p:spPr>
          <a:xfrm flipV="1">
            <a:off x="1031672" y="2962966"/>
            <a:ext cx="11160328" cy="3895034"/>
          </a:xfrm>
          <a:prstGeom prst="rect">
            <a:avLst/>
          </a:prstGeom>
          <a:gradFill>
            <a:gsLst>
              <a:gs pos="0">
                <a:schemeClr val="accent5">
                  <a:lumMod val="75000"/>
                </a:schemeClr>
              </a:gs>
              <a:gs pos="42000">
                <a:schemeClr val="accent5">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3" name="Rectangle 12">
            <a:extLst>
              <a:ext uri="{FF2B5EF4-FFF2-40B4-BE49-F238E27FC236}">
                <a16:creationId xmlns:a16="http://schemas.microsoft.com/office/drawing/2014/main" id="{DA413373-13C5-71D9-C45A-699B0F451355}"/>
              </a:ext>
              <a:ext uri="{C183D7F6-B498-43B3-948B-1728B52AA6E4}">
                <adec:decorative xmlns:adec="http://schemas.microsoft.com/office/drawing/2017/decorative" val="1"/>
              </a:ext>
            </a:extLst>
          </p:cNvPr>
          <p:cNvSpPr/>
          <p:nvPr/>
        </p:nvSpPr>
        <p:spPr>
          <a:xfrm rot="5400000" flipH="1" flipV="1">
            <a:off x="1233479" y="361146"/>
            <a:ext cx="5263375" cy="7730333"/>
          </a:xfrm>
          <a:prstGeom prst="rect">
            <a:avLst/>
          </a:prstGeom>
          <a:gradFill flip="none" rotWithShape="1">
            <a:gsLst>
              <a:gs pos="8000">
                <a:schemeClr val="accent2">
                  <a:lumMod val="75000"/>
                </a:schemeClr>
              </a:gs>
              <a:gs pos="50000">
                <a:schemeClr val="accent2">
                  <a:alpha val="0"/>
                </a:schemeClr>
              </a:gs>
            </a:gsLst>
            <a:lin ang="18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solidFill>
                <a:srgbClr val="FFFFFF"/>
              </a:solidFill>
            </a:endParaRPr>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612648" y="2093976"/>
            <a:ext cx="8229600" cy="4178808"/>
          </a:xfrm>
        </p:spPr>
        <p:txBody>
          <a:bodyPr vert="horz" lIns="91440" tIns="45720" rIns="91440" bIns="45720" rtlCol="0" anchor="b">
            <a:normAutofit/>
          </a:bodyPr>
          <a:lstStyle>
            <a:lvl1pPr>
              <a:defRPr lang="en-US" sz="6600" dirty="0">
                <a:solidFill>
                  <a:schemeClr val="tx1"/>
                </a:solidFill>
              </a:defRPr>
            </a:lvl1pPr>
          </a:lstStyle>
          <a:p>
            <a:pPr lvl="0"/>
            <a:r>
              <a:rPr lang="en-US"/>
              <a:t>Click to edit Master title style</a:t>
            </a:r>
          </a:p>
        </p:txBody>
      </p:sp>
      <p:sp>
        <p:nvSpPr>
          <p:cNvPr id="15" name="Footer Placeholder 14">
            <a:extLst>
              <a:ext uri="{FF2B5EF4-FFF2-40B4-BE49-F238E27FC236}">
                <a16:creationId xmlns:a16="http://schemas.microsoft.com/office/drawing/2014/main" id="{C3B3753E-6E60-F731-58BF-7C4D0497E939}"/>
              </a:ext>
            </a:extLst>
          </p:cNvPr>
          <p:cNvSpPr>
            <a:spLocks noGrp="1"/>
          </p:cNvSpPr>
          <p:nvPr>
            <p:ph type="ftr" sz="quarter" idx="11"/>
          </p:nvPr>
        </p:nvSpPr>
        <p:spPr/>
        <p:txBody>
          <a:bodyPr/>
          <a:lstStyle>
            <a:lvl1pPr>
              <a:defRPr>
                <a:solidFill>
                  <a:schemeClr val="tx1"/>
                </a:solidFill>
              </a:defRPr>
            </a:lvl1pPr>
          </a:lstStyle>
          <a:p>
            <a:endParaRPr lang="en-US"/>
          </a:p>
        </p:txBody>
      </p:sp>
      <p:sp>
        <p:nvSpPr>
          <p:cNvPr id="14" name="Date Placeholder 13">
            <a:extLst>
              <a:ext uri="{FF2B5EF4-FFF2-40B4-BE49-F238E27FC236}">
                <a16:creationId xmlns:a16="http://schemas.microsoft.com/office/drawing/2014/main" id="{08CEB89B-6066-557A-EBEC-18307AC240FE}"/>
              </a:ext>
            </a:extLst>
          </p:cNvPr>
          <p:cNvSpPr>
            <a:spLocks noGrp="1"/>
          </p:cNvSpPr>
          <p:nvPr>
            <p:ph type="dt" sz="half" idx="10"/>
          </p:nvPr>
        </p:nvSpPr>
        <p:spPr/>
        <p:txBody>
          <a:bodyPr/>
          <a:lstStyle>
            <a:lvl1pPr>
              <a:defRPr>
                <a:solidFill>
                  <a:schemeClr val="tx1"/>
                </a:solidFill>
              </a:defRPr>
            </a:lvl1pPr>
          </a:lstStyle>
          <a:p>
            <a:fld id="{3AEEF7F6-ECFE-4473-B3E9-C91BE833927A}" type="datetimeFigureOut">
              <a:rPr lang="en-US" smtClean="0"/>
              <a:t>3/16/2026</a:t>
            </a:fld>
            <a:endParaRPr lang="en-US"/>
          </a:p>
        </p:txBody>
      </p:sp>
      <p:sp>
        <p:nvSpPr>
          <p:cNvPr id="16" name="Slide Number Placeholder 15">
            <a:extLst>
              <a:ext uri="{FF2B5EF4-FFF2-40B4-BE49-F238E27FC236}">
                <a16:creationId xmlns:a16="http://schemas.microsoft.com/office/drawing/2014/main" id="{C2114D5C-BE8D-24C7-4A79-C0C28376AA5F}"/>
              </a:ext>
            </a:extLst>
          </p:cNvPr>
          <p:cNvSpPr>
            <a:spLocks noGrp="1"/>
          </p:cNvSpPr>
          <p:nvPr>
            <p:ph type="sldNum" sz="quarter" idx="12"/>
          </p:nvPr>
        </p:nvSpPr>
        <p:spPr/>
        <p:txBody>
          <a:bodyPr/>
          <a:lstStyle>
            <a:lvl1pPr>
              <a:defRPr>
                <a:solidFill>
                  <a:schemeClr val="tx1"/>
                </a:solidFill>
              </a:defRPr>
            </a:lvl1pPr>
          </a:lstStyle>
          <a:p>
            <a:fld id="{5DAD859A-2C66-45B9-9A71-3CF205EC2D4A}" type="slidenum">
              <a:rPr lang="en-US" smtClean="0"/>
              <a:t>‹#›</a:t>
            </a:fld>
            <a:endParaRPr lang="en-US"/>
          </a:p>
        </p:txBody>
      </p:sp>
    </p:spTree>
    <p:extLst>
      <p:ext uri="{BB962C8B-B14F-4D97-AF65-F5344CB8AC3E}">
        <p14:creationId xmlns:p14="http://schemas.microsoft.com/office/powerpoint/2010/main" val="3534333698"/>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612646" y="2093976"/>
            <a:ext cx="8229600" cy="4178808"/>
          </a:xfrm>
        </p:spPr>
        <p:txBody>
          <a:bodyPr vert="horz" lIns="91440" tIns="45720" rIns="91440" bIns="45720" rtlCol="0" anchor="b">
            <a:normAutofit/>
          </a:bodyPr>
          <a:lstStyle>
            <a:lvl1pPr>
              <a:defRPr lang="en-US" sz="7200" dirty="0">
                <a:gradFill>
                  <a:gsLst>
                    <a:gs pos="0">
                      <a:schemeClr val="accent5"/>
                    </a:gs>
                    <a:gs pos="100000">
                      <a:schemeClr val="accent2"/>
                    </a:gs>
                  </a:gsLst>
                  <a:lin ang="6000000" scaled="0"/>
                </a:gradFill>
              </a:defRPr>
            </a:lvl1pPr>
          </a:lstStyle>
          <a:p>
            <a:pPr lvl="0"/>
            <a:r>
              <a:rPr lang="en-US"/>
              <a:t>Click to edit Master title style</a:t>
            </a:r>
          </a:p>
        </p:txBody>
      </p:sp>
      <p:sp>
        <p:nvSpPr>
          <p:cNvPr id="5" name="Footer Placeholder 4">
            <a:extLst>
              <a:ext uri="{FF2B5EF4-FFF2-40B4-BE49-F238E27FC236}">
                <a16:creationId xmlns:a16="http://schemas.microsoft.com/office/drawing/2014/main" id="{028F8ECD-BC5C-69B8-45CB-D6C697E807BB}"/>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57F97286-C615-453F-E284-B5C22987E2C1}"/>
              </a:ext>
            </a:extLst>
          </p:cNvPr>
          <p:cNvSpPr>
            <a:spLocks noGrp="1"/>
          </p:cNvSpPr>
          <p:nvPr>
            <p:ph type="dt" sz="half" idx="10"/>
          </p:nvPr>
        </p:nvSpPr>
        <p:spPr/>
        <p:txBody>
          <a:bodyPr/>
          <a:lstStyle/>
          <a:p>
            <a:fld id="{3AEEF7F6-ECFE-4473-B3E9-C91BE833927A}" type="datetimeFigureOut">
              <a:rPr lang="en-US" smtClean="0"/>
              <a:t>3/16/2026</a:t>
            </a:fld>
            <a:endParaRPr lang="en-US"/>
          </a:p>
        </p:txBody>
      </p:sp>
      <p:sp>
        <p:nvSpPr>
          <p:cNvPr id="6" name="Slide Number Placeholder 5">
            <a:extLst>
              <a:ext uri="{FF2B5EF4-FFF2-40B4-BE49-F238E27FC236}">
                <a16:creationId xmlns:a16="http://schemas.microsoft.com/office/drawing/2014/main" id="{96A721B8-1357-D164-0082-D2B50441B990}"/>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40678789"/>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bg>
      <p:bgRef idx="1001">
        <a:schemeClr val="bg1"/>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3DF4C684-CDD4-5CA8-12DC-BB0C4BFE21EA}"/>
              </a:ext>
              <a:ext uri="{C183D7F6-B498-43B3-948B-1728B52AA6E4}">
                <adec:decorative xmlns:adec="http://schemas.microsoft.com/office/drawing/2017/decorative" val="1"/>
              </a:ext>
            </a:extLst>
          </p:cNvPr>
          <p:cNvGrpSpPr/>
          <p:nvPr/>
        </p:nvGrpSpPr>
        <p:grpSpPr>
          <a:xfrm>
            <a:off x="0" y="-4329"/>
            <a:ext cx="5056093" cy="6869586"/>
            <a:chOff x="5171844" y="-11586"/>
            <a:chExt cx="7020159" cy="6869586"/>
          </a:xfrm>
        </p:grpSpPr>
        <p:sp>
          <p:nvSpPr>
            <p:cNvPr id="4" name="Rectangle 3">
              <a:extLst>
                <a:ext uri="{FF2B5EF4-FFF2-40B4-BE49-F238E27FC236}">
                  <a16:creationId xmlns:a16="http://schemas.microsoft.com/office/drawing/2014/main" id="{F6ECDBF0-A1F0-37B6-C87A-8687287F7950}"/>
                </a:ext>
              </a:extLst>
            </p:cNvPr>
            <p:cNvSpPr/>
            <p:nvPr/>
          </p:nvSpPr>
          <p:spPr>
            <a:xfrm>
              <a:off x="5171848" y="-11580"/>
              <a:ext cx="7020152" cy="6869579"/>
            </a:xfrm>
            <a:prstGeom prst="rect">
              <a:avLst/>
            </a:prstGeom>
            <a:gradFill>
              <a:gsLst>
                <a:gs pos="7000">
                  <a:schemeClr val="accent2"/>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60F90E0-14F7-6838-2C0A-149459C1D143}"/>
                </a:ext>
              </a:extLst>
            </p:cNvPr>
            <p:cNvSpPr/>
            <p:nvPr/>
          </p:nvSpPr>
          <p:spPr>
            <a:xfrm rot="10800000">
              <a:off x="6351336" y="876304"/>
              <a:ext cx="5840664" cy="5981696"/>
            </a:xfrm>
            <a:prstGeom prst="rect">
              <a:avLst/>
            </a:prstGeom>
            <a:gradFill flip="none" rotWithShape="1">
              <a:gsLst>
                <a:gs pos="0">
                  <a:schemeClr val="accent5">
                    <a:lumMod val="75000"/>
                  </a:schemeClr>
                </a:gs>
                <a:gs pos="60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0" name="Rectangle 9">
              <a:extLst>
                <a:ext uri="{FF2B5EF4-FFF2-40B4-BE49-F238E27FC236}">
                  <a16:creationId xmlns:a16="http://schemas.microsoft.com/office/drawing/2014/main" id="{7578B55F-B3C4-0B70-7EAE-5FBFD3308543}"/>
                </a:ext>
              </a:extLst>
            </p:cNvPr>
            <p:cNvSpPr/>
            <p:nvPr/>
          </p:nvSpPr>
          <p:spPr>
            <a:xfrm>
              <a:off x="5171844" y="-11586"/>
              <a:ext cx="5171848" cy="6869586"/>
            </a:xfrm>
            <a:prstGeom prst="rect">
              <a:avLst/>
            </a:prstGeom>
            <a:gradFill flip="none" rotWithShape="1">
              <a:gsLst>
                <a:gs pos="3000">
                  <a:schemeClr val="accent2">
                    <a:alpha val="70000"/>
                  </a:schemeClr>
                </a:gs>
                <a:gs pos="42000">
                  <a:schemeClr val="accent2">
                    <a:alpha val="0"/>
                  </a:schemeClr>
                </a:gs>
              </a:gsLst>
              <a:lin ang="3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FFBDE35-AEB9-6AFE-BC7A-79FEFBB51D0A}"/>
                </a:ext>
              </a:extLst>
            </p:cNvPr>
            <p:cNvSpPr/>
            <p:nvPr/>
          </p:nvSpPr>
          <p:spPr>
            <a:xfrm rot="16200000">
              <a:off x="6042356" y="708353"/>
              <a:ext cx="6869583" cy="5429710"/>
            </a:xfrm>
            <a:prstGeom prst="rect">
              <a:avLst/>
            </a:prstGeom>
            <a:gradFill>
              <a:gsLst>
                <a:gs pos="0">
                  <a:schemeClr val="accent5">
                    <a:alpha val="86000"/>
                  </a:schemeClr>
                </a:gs>
                <a:gs pos="57000">
                  <a:schemeClr val="accent2">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58368" y="2103120"/>
            <a:ext cx="3666744" cy="2624328"/>
          </a:xfrm>
          <a:noFill/>
        </p:spPr>
        <p:txBody>
          <a:bodyPr anchor="ctr">
            <a:normAutofit/>
          </a:bodyPr>
          <a:lstStyle>
            <a:lvl1pPr algn="ctr">
              <a:defRPr sz="4800">
                <a:solidFill>
                  <a:schemeClr val="bg1"/>
                </a:solidFill>
              </a:defRPr>
            </a:lvl1pPr>
          </a:lstStyle>
          <a:p>
            <a:r>
              <a:rPr lang="en-US"/>
              <a:t>Click to edit Master title style</a:t>
            </a:r>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p:txBody>
          <a:bodyPr/>
          <a:lstStyle>
            <a:lvl1pPr>
              <a:defRPr>
                <a:solidFill>
                  <a:schemeClr val="bg1"/>
                </a:solidFill>
              </a:defRPr>
            </a:lvl1pPr>
          </a:lstStyle>
          <a:p>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057702" y="877824"/>
            <a:ext cx="5509458" cy="5102352"/>
          </a:xfrm>
        </p:spPr>
        <p:txBody>
          <a:bodyPr vert="horz" lIns="91440" tIns="45720" rIns="91440" bIns="45720" rtlCol="0" anchor="ctr">
            <a:normAutofit/>
          </a:bodyPr>
          <a:lstStyle>
            <a:lvl1pPr marL="457200" indent="-457200">
              <a:buFont typeface="+mj-lt"/>
              <a:buAutoNum type="arabicPeriod"/>
              <a:defRPr lang="en-US" sz="2000" dirty="0"/>
            </a:lvl1pPr>
            <a:lvl2pPr marL="571500" indent="-342900">
              <a:buFont typeface="+mj-lt"/>
              <a:buAutoNum type="arabicPeriod"/>
              <a:defRPr lang="en-US" sz="1800" dirty="0"/>
            </a:lvl2pPr>
            <a:lvl3pPr marL="800100" indent="-342900">
              <a:buFont typeface="+mj-lt"/>
              <a:buAutoNum type="arabicPeriod"/>
              <a:defRPr lang="en-US" sz="1600" dirty="0"/>
            </a:lvl3pPr>
            <a:lvl4pPr>
              <a:buFont typeface="+mj-lt"/>
              <a:buAutoNum type="arabicPeriod"/>
              <a:defRPr lang="en-US" sz="1400" dirty="0"/>
            </a:lvl4pPr>
            <a:lvl5pPr>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p:txBody>
          <a:bodyPr/>
          <a:lstStyle/>
          <a:p>
            <a:fld id="{3AEEF7F6-ECFE-4473-B3E9-C91BE833927A}" type="datetimeFigureOut">
              <a:rPr lang="en-US" smtClean="0"/>
              <a:t>3/16/2026</a:t>
            </a:fld>
            <a:endParaRPr lang="en-US"/>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460957508"/>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with Picture">
    <p:bg>
      <p:bgRef idx="1001">
        <a:schemeClr val="bg1"/>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89BA5514-C4EC-5772-F451-90A91C385D21}"/>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4" name="Rectangle 3">
              <a:extLst>
                <a:ext uri="{FF2B5EF4-FFF2-40B4-BE49-F238E27FC236}">
                  <a16:creationId xmlns:a16="http://schemas.microsoft.com/office/drawing/2014/main" id="{1C95E155-D254-47EB-52CD-C66E0A29E9AB}"/>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5" name="Rectangle 4">
              <a:extLst>
                <a:ext uri="{FF2B5EF4-FFF2-40B4-BE49-F238E27FC236}">
                  <a16:creationId xmlns:a16="http://schemas.microsoft.com/office/drawing/2014/main" id="{B947EE6D-F09F-E804-C40C-AB228BDE8E64}"/>
                </a:ext>
              </a:extLst>
            </p:cNvPr>
            <p:cNvSpPr/>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gr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272783" y="722376"/>
            <a:ext cx="5138927" cy="1581912"/>
          </a:xfrm>
        </p:spPr>
        <p:txBody>
          <a:bodyPr vert="horz" lIns="91440" tIns="45720" rIns="91440" bIns="45720" rtlCol="0" anchor="b">
            <a:normAutofit/>
          </a:bodyPr>
          <a:lstStyle>
            <a:lvl1pPr>
              <a:defRPr lang="en-US" sz="6000" dirty="0">
                <a:gradFill>
                  <a:gsLst>
                    <a:gs pos="0">
                      <a:schemeClr val="accent2"/>
                    </a:gs>
                    <a:gs pos="100000">
                      <a:schemeClr val="accent5"/>
                    </a:gs>
                  </a:gsLst>
                  <a:lin ang="12000000" scaled="0"/>
                </a:gradFill>
              </a:defRPr>
            </a:lvl1pPr>
          </a:lstStyle>
          <a:p>
            <a:pPr lvl="0"/>
            <a:r>
              <a:rPr lang="en-US"/>
              <a:t>Click to edit Master title style</a:t>
            </a:r>
          </a:p>
        </p:txBody>
      </p:sp>
      <p:sp>
        <p:nvSpPr>
          <p:cNvPr id="11" name="Picture Placeholder 10">
            <a:extLst>
              <a:ext uri="{FF2B5EF4-FFF2-40B4-BE49-F238E27FC236}">
                <a16:creationId xmlns:a16="http://schemas.microsoft.com/office/drawing/2014/main" id="{630EF3B0-9D02-EBD8-2D14-79BF34534AA1}"/>
              </a:ext>
            </a:extLst>
          </p:cNvPr>
          <p:cNvSpPr>
            <a:spLocks noGrp="1"/>
          </p:cNvSpPr>
          <p:nvPr>
            <p:ph type="pic" sz="quarter" idx="17" hasCustomPrompt="1"/>
          </p:nvPr>
        </p:nvSpPr>
        <p:spPr>
          <a:xfrm>
            <a:off x="119307" y="0"/>
            <a:ext cx="5413248" cy="6858000"/>
          </a:xfrm>
          <a:blipFill>
            <a:blip r:embed="rId2">
              <a:alphaModFix amt="70000"/>
            </a:blip>
            <a:stretch>
              <a:fillRect/>
            </a:stretch>
          </a:blipFill>
        </p:spPr>
        <p:txBody>
          <a:bodyPr/>
          <a:lstStyle>
            <a:lvl1pPr marL="0" indent="0">
              <a:buNone/>
              <a:defRPr/>
            </a:lvl1pPr>
          </a:lstStyle>
          <a:p>
            <a:r>
              <a:rPr lang="en-US"/>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272784" y="2834640"/>
            <a:ext cx="5138928" cy="2999232"/>
          </a:xfrm>
        </p:spPr>
        <p:txBody>
          <a:bodyPr vert="horz" lIns="91440" tIns="45720" rIns="91440" bIns="45720" rtlCol="0" anchor="b">
            <a:normAutofit/>
          </a:bodyPr>
          <a:lstStyle>
            <a:lvl1pPr marL="457200" indent="-457200">
              <a:buFont typeface="+mj-lt"/>
              <a:buAutoNum type="arabicPeriod"/>
              <a:defRPr lang="en-US" sz="2000" dirty="0"/>
            </a:lvl1pPr>
            <a:lvl2pPr marL="571500" indent="-342900">
              <a:buFont typeface="+mj-lt"/>
              <a:buAutoNum type="arabicPeriod"/>
              <a:defRPr lang="en-US" sz="1800" dirty="0"/>
            </a:lvl2pPr>
            <a:lvl3pPr marL="800100" indent="-342900">
              <a:buFont typeface="+mj-lt"/>
              <a:buAutoNum type="arabicPeriod"/>
              <a:defRPr lang="en-US" sz="1600" dirty="0"/>
            </a:lvl3pPr>
            <a:lvl4pPr>
              <a:buFont typeface="+mj-lt"/>
              <a:buAutoNum type="arabicPeriod"/>
              <a:defRPr lang="en-US" sz="1400" dirty="0"/>
            </a:lvl4pPr>
            <a:lvl5pPr>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a:xfrm>
            <a:off x="6272784" y="6318504"/>
            <a:ext cx="3569956" cy="365760"/>
          </a:xfrm>
        </p:spPr>
        <p:txBody>
          <a:bodyPr/>
          <a:lstStyle/>
          <a:p>
            <a:endParaRPr lang="en-US"/>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a:xfrm>
            <a:off x="10075652" y="6318504"/>
            <a:ext cx="1491507" cy="365760"/>
          </a:xfrm>
        </p:spPr>
        <p:txBody>
          <a:bodyPr/>
          <a:lstStyle/>
          <a:p>
            <a:fld id="{3AEEF7F6-ECFE-4473-B3E9-C91BE833927A}" type="datetimeFigureOut">
              <a:rPr lang="en-US" smtClean="0"/>
              <a:t>3/16/2026</a:t>
            </a:fld>
            <a:endParaRPr lang="en-US"/>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49725382"/>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8CE855AC-5F95-123D-E0A1-CBD75D8FD00A}"/>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1" name="Rectangle 10">
              <a:extLst>
                <a:ext uri="{FF2B5EF4-FFF2-40B4-BE49-F238E27FC236}">
                  <a16:creationId xmlns:a16="http://schemas.microsoft.com/office/drawing/2014/main" id="{F3A6A854-7BA6-35FC-898F-37F3BC10E5DB}"/>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455EF75-521C-7F12-2397-68B6128751E8}"/>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682496" y="2222436"/>
            <a:ext cx="4160520" cy="2825496"/>
          </a:xfrm>
        </p:spPr>
        <p:txBody>
          <a:bodyPr anchor="t">
            <a:normAutofit/>
          </a:bodyPr>
          <a:lstStyle>
            <a:lvl1pPr>
              <a:defRPr sz="4000">
                <a:gradFill>
                  <a:gsLst>
                    <a:gs pos="0">
                      <a:schemeClr val="accent5"/>
                    </a:gs>
                    <a:gs pos="100000">
                      <a:schemeClr val="accent2"/>
                    </a:gs>
                  </a:gsLst>
                  <a:lin ang="13800000" scaled="0"/>
                </a:gradFill>
              </a:defRPr>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437376" y="2222436"/>
            <a:ext cx="3959352" cy="2697480"/>
          </a:xfrm>
        </p:spPr>
        <p:txBody>
          <a:bodyPr vert="horz" lIns="91440" tIns="45720" rIns="91440" bIns="45720" rtlCol="0">
            <a:normAutofit/>
          </a:bodyPr>
          <a:lstStyle>
            <a:lvl1pPr marL="0" indent="0">
              <a:buNone/>
              <a:defRPr lang="en-US" sz="1800" dirty="0"/>
            </a:lvl1pPr>
            <a:lvl2pPr marL="228600" indent="0">
              <a:buNone/>
              <a:defRPr lang="en-US" sz="16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13">
            <a:extLst>
              <a:ext uri="{FF2B5EF4-FFF2-40B4-BE49-F238E27FC236}">
                <a16:creationId xmlns:a16="http://schemas.microsoft.com/office/drawing/2014/main" id="{F09CF825-511F-35F8-E0EC-636033ED43EE}"/>
              </a:ext>
            </a:extLst>
          </p:cNvPr>
          <p:cNvSpPr>
            <a:spLocks noGrp="1"/>
          </p:cNvSpPr>
          <p:nvPr>
            <p:ph type="ftr" sz="quarter" idx="15"/>
          </p:nvPr>
        </p:nvSpPr>
        <p:spPr/>
        <p:txBody>
          <a:bodyPr/>
          <a:lstStyle/>
          <a:p>
            <a:endParaRPr lang="en-US"/>
          </a:p>
        </p:txBody>
      </p:sp>
      <p:sp>
        <p:nvSpPr>
          <p:cNvPr id="13" name="Date Placeholder 12">
            <a:extLst>
              <a:ext uri="{FF2B5EF4-FFF2-40B4-BE49-F238E27FC236}">
                <a16:creationId xmlns:a16="http://schemas.microsoft.com/office/drawing/2014/main" id="{36A82C16-EB1A-4294-103B-715F071E5A35}"/>
              </a:ext>
            </a:extLst>
          </p:cNvPr>
          <p:cNvSpPr>
            <a:spLocks noGrp="1"/>
          </p:cNvSpPr>
          <p:nvPr>
            <p:ph type="dt" sz="half" idx="14"/>
          </p:nvPr>
        </p:nvSpPr>
        <p:spPr/>
        <p:txBody>
          <a:bodyPr/>
          <a:lstStyle/>
          <a:p>
            <a:fld id="{3AEEF7F6-ECFE-4473-B3E9-C91BE833927A}" type="datetimeFigureOut">
              <a:rPr lang="en-US" smtClean="0"/>
              <a:t>3/16/2026</a:t>
            </a:fld>
            <a:endParaRPr lang="en-US"/>
          </a:p>
        </p:txBody>
      </p:sp>
      <p:sp>
        <p:nvSpPr>
          <p:cNvPr id="15" name="Slide Number Placeholder 14">
            <a:extLst>
              <a:ext uri="{FF2B5EF4-FFF2-40B4-BE49-F238E27FC236}">
                <a16:creationId xmlns:a16="http://schemas.microsoft.com/office/drawing/2014/main" id="{727EA83B-52EA-A0B8-E2E8-C9D1FE273B22}"/>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5885988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474537F0-59D7-5CF5-65CE-33DFA62B3767}"/>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1" name="Rectangle 10">
              <a:extLst>
                <a:ext uri="{FF2B5EF4-FFF2-40B4-BE49-F238E27FC236}">
                  <a16:creationId xmlns:a16="http://schemas.microsoft.com/office/drawing/2014/main" id="{C7EFD035-FCE9-275A-5EEF-94FC6583E39A}"/>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DFF3E46-4915-D511-DDA5-9451667C3C81}"/>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68552" y="2048256"/>
            <a:ext cx="3813048" cy="3538728"/>
          </a:xfrm>
        </p:spPr>
        <p:txBody>
          <a:bodyPr anchor="t">
            <a:normAutofit/>
          </a:bodyPr>
          <a:lstStyle>
            <a:lvl1pPr>
              <a:defRPr sz="3200">
                <a:gradFill>
                  <a:gsLst>
                    <a:gs pos="0">
                      <a:schemeClr val="accent5"/>
                    </a:gs>
                    <a:gs pos="100000">
                      <a:schemeClr val="accent2"/>
                    </a:gs>
                  </a:gsLst>
                  <a:lin ang="13800000" scaled="0"/>
                </a:gradFill>
              </a:defRPr>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775960" y="2048256"/>
            <a:ext cx="5047488" cy="3538728"/>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57CB2298-A12A-D380-ED4F-AD870434F233}"/>
              </a:ext>
            </a:extLst>
          </p:cNvPr>
          <p:cNvSpPr>
            <a:spLocks noGrp="1"/>
          </p:cNvSpPr>
          <p:nvPr>
            <p:ph type="ftr" sz="quarter" idx="15"/>
          </p:nvPr>
        </p:nvSpPr>
        <p:spPr/>
        <p:txBody>
          <a:bodyPr/>
          <a:lstStyle/>
          <a:p>
            <a:endParaRPr lang="en-US"/>
          </a:p>
        </p:txBody>
      </p:sp>
      <p:sp>
        <p:nvSpPr>
          <p:cNvPr id="3" name="Date Placeholder 2">
            <a:extLst>
              <a:ext uri="{FF2B5EF4-FFF2-40B4-BE49-F238E27FC236}">
                <a16:creationId xmlns:a16="http://schemas.microsoft.com/office/drawing/2014/main" id="{9D1F2EAD-3327-FA60-8B7F-6CBBD02C3F07}"/>
              </a:ext>
            </a:extLst>
          </p:cNvPr>
          <p:cNvSpPr>
            <a:spLocks noGrp="1"/>
          </p:cNvSpPr>
          <p:nvPr>
            <p:ph type="dt" sz="half" idx="14"/>
          </p:nvPr>
        </p:nvSpPr>
        <p:spPr/>
        <p:txBody>
          <a:bodyPr/>
          <a:lstStyle/>
          <a:p>
            <a:fld id="{3AEEF7F6-ECFE-4473-B3E9-C91BE833927A}" type="datetimeFigureOut">
              <a:rPr lang="en-US" smtClean="0"/>
              <a:t>3/16/2026</a:t>
            </a:fld>
            <a:endParaRPr lang="en-US"/>
          </a:p>
        </p:txBody>
      </p:sp>
      <p:sp>
        <p:nvSpPr>
          <p:cNvPr id="9" name="Slide Number Placeholder 8">
            <a:extLst>
              <a:ext uri="{FF2B5EF4-FFF2-40B4-BE49-F238E27FC236}">
                <a16:creationId xmlns:a16="http://schemas.microsoft.com/office/drawing/2014/main" id="{A63D4A7C-9E9E-96BC-68B8-3F92C9B3B40E}"/>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6924728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50675FE4-1839-CB8F-7574-8FBCED9706D1}"/>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9" name="Rectangle 8">
              <a:extLst>
                <a:ext uri="{FF2B5EF4-FFF2-40B4-BE49-F238E27FC236}">
                  <a16:creationId xmlns:a16="http://schemas.microsoft.com/office/drawing/2014/main" id="{1C309010-BB96-4CE9-3A39-43FA59198DD0}"/>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2D5C3E8-4075-EEED-D3DC-B1B0DCD9F940}"/>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722376"/>
            <a:ext cx="7214616" cy="1280160"/>
          </a:xfrm>
        </p:spPr>
        <p:txBody>
          <a:bodyPr anchor="t">
            <a:normAutofit/>
          </a:bodyPr>
          <a:lstStyle>
            <a:lvl1pPr>
              <a:defRPr sz="4000">
                <a:gradFill>
                  <a:gsLst>
                    <a:gs pos="0">
                      <a:schemeClr val="accent5"/>
                    </a:gs>
                    <a:gs pos="100000">
                      <a:schemeClr val="accent2"/>
                    </a:gs>
                  </a:gsLst>
                  <a:lin ang="13800000" scaled="0"/>
                </a:gradFill>
              </a:defRPr>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3922776" y="2240280"/>
            <a:ext cx="7349947" cy="372160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11">
            <a:extLst>
              <a:ext uri="{FF2B5EF4-FFF2-40B4-BE49-F238E27FC236}">
                <a16:creationId xmlns:a16="http://schemas.microsoft.com/office/drawing/2014/main" id="{4A089F15-F7A9-6130-79CF-D853C6B4B742}"/>
              </a:ext>
            </a:extLst>
          </p:cNvPr>
          <p:cNvSpPr>
            <a:spLocks noGrp="1"/>
          </p:cNvSpPr>
          <p:nvPr>
            <p:ph type="ftr" sz="quarter" idx="15"/>
          </p:nvPr>
        </p:nvSpPr>
        <p:spPr/>
        <p:txBody>
          <a:bodyPr/>
          <a:lstStyle/>
          <a:p>
            <a:endParaRPr lang="en-US"/>
          </a:p>
        </p:txBody>
      </p:sp>
      <p:sp>
        <p:nvSpPr>
          <p:cNvPr id="11" name="Date Placeholder 10">
            <a:extLst>
              <a:ext uri="{FF2B5EF4-FFF2-40B4-BE49-F238E27FC236}">
                <a16:creationId xmlns:a16="http://schemas.microsoft.com/office/drawing/2014/main" id="{65C79459-C978-FF61-F7FC-DC5D1F170174}"/>
              </a:ext>
            </a:extLst>
          </p:cNvPr>
          <p:cNvSpPr>
            <a:spLocks noGrp="1"/>
          </p:cNvSpPr>
          <p:nvPr>
            <p:ph type="dt" sz="half" idx="14"/>
          </p:nvPr>
        </p:nvSpPr>
        <p:spPr/>
        <p:txBody>
          <a:bodyPr/>
          <a:lstStyle/>
          <a:p>
            <a:fld id="{3AEEF7F6-ECFE-4473-B3E9-C91BE833927A}" type="datetimeFigureOut">
              <a:rPr lang="en-US" smtClean="0"/>
              <a:t>3/16/2026</a:t>
            </a:fld>
            <a:endParaRPr lang="en-US"/>
          </a:p>
        </p:txBody>
      </p:sp>
      <p:sp>
        <p:nvSpPr>
          <p:cNvPr id="13" name="Slide Number Placeholder 12">
            <a:extLst>
              <a:ext uri="{FF2B5EF4-FFF2-40B4-BE49-F238E27FC236}">
                <a16:creationId xmlns:a16="http://schemas.microsoft.com/office/drawing/2014/main" id="{BFFBCCE1-48C7-7734-891D-F4664CC97B6C}"/>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6730795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43A83600-30C4-2F21-93C5-D07537A39648}"/>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1" name="Rectangle 10">
              <a:extLst>
                <a:ext uri="{FF2B5EF4-FFF2-40B4-BE49-F238E27FC236}">
                  <a16:creationId xmlns:a16="http://schemas.microsoft.com/office/drawing/2014/main" id="{BA1F9F49-F979-53D6-3ED8-352816078D4C}"/>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4745F95-9BA3-B7A5-F004-E2BB1CFFE2F8}"/>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40080"/>
            <a:ext cx="4215384" cy="3136392"/>
          </a:xfrm>
        </p:spPr>
        <p:txBody>
          <a:bodyPr anchor="t">
            <a:normAutofit/>
          </a:bodyPr>
          <a:lstStyle>
            <a:lvl1pPr>
              <a:defRPr sz="3200">
                <a:gradFill>
                  <a:gsLst>
                    <a:gs pos="0">
                      <a:schemeClr val="accent5"/>
                    </a:gs>
                    <a:gs pos="100000">
                      <a:schemeClr val="accent2"/>
                    </a:gs>
                  </a:gsLst>
                  <a:lin ang="13800000" scaled="0"/>
                </a:gradFill>
              </a:defRPr>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68696" y="640080"/>
            <a:ext cx="5998464" cy="569671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endParaRPr lang="en-US"/>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3AEEF7F6-ECFE-4473-B3E9-C91BE833927A}" type="datetimeFigureOut">
              <a:rPr lang="en-US" smtClean="0"/>
              <a:t>3/16/2026</a:t>
            </a:fld>
            <a:endParaRPr lang="en-US"/>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6992664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F604B371-347D-80EC-2C2C-C69CD2EF7B9D}"/>
              </a:ext>
              <a:ext uri="{C183D7F6-B498-43B3-948B-1728B52AA6E4}">
                <adec:decorative xmlns:adec="http://schemas.microsoft.com/office/drawing/2017/decorative" val="1"/>
              </a:ext>
            </a:extLst>
          </p:cNvPr>
          <p:cNvGrpSpPr/>
          <p:nvPr/>
        </p:nvGrpSpPr>
        <p:grpSpPr>
          <a:xfrm flipV="1">
            <a:off x="12068340" y="0"/>
            <a:ext cx="123362" cy="6858000"/>
            <a:chOff x="12068638" y="0"/>
            <a:chExt cx="123362" cy="6858000"/>
          </a:xfrm>
        </p:grpSpPr>
        <p:sp>
          <p:nvSpPr>
            <p:cNvPr id="5" name="Rectangle 4">
              <a:extLst>
                <a:ext uri="{FF2B5EF4-FFF2-40B4-BE49-F238E27FC236}">
                  <a16:creationId xmlns:a16="http://schemas.microsoft.com/office/drawing/2014/main" id="{3F227FEA-4B4B-3484-7267-B7BD65A4E9BF}"/>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753530AA-F724-4235-0FDF-84595FCBFBC1}"/>
                </a:ext>
              </a:extLst>
            </p:cNvPr>
            <p:cNvSpPr/>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21792"/>
            <a:ext cx="10872216" cy="749808"/>
          </a:xfrm>
        </p:spPr>
        <p:txBody>
          <a:bodyPr anchor="ctr">
            <a:normAutofit/>
          </a:bodyPr>
          <a:lstStyle>
            <a:lvl1pPr>
              <a:defRPr sz="3200">
                <a:gradFill>
                  <a:gsLst>
                    <a:gs pos="0">
                      <a:schemeClr val="accent5"/>
                    </a:gs>
                    <a:gs pos="100000">
                      <a:schemeClr val="accent2"/>
                    </a:gs>
                  </a:gsLst>
                  <a:lin ang="13800000" scaled="0"/>
                </a:gradFill>
              </a:defRPr>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2249424" y="1591056"/>
            <a:ext cx="7772400" cy="43891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endParaRPr lang="en-US"/>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3AEEF7F6-ECFE-4473-B3E9-C91BE833927A}" type="datetimeFigureOut">
              <a:rPr lang="en-US" smtClean="0"/>
              <a:t>3/16/2026</a:t>
            </a:fld>
            <a:endParaRPr lang="en-US"/>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1873514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C1155E4-5659-692F-6CDC-095E555AF698}"/>
              </a:ext>
            </a:extLst>
          </p:cNvPr>
          <p:cNvSpPr/>
          <p:nvPr/>
        </p:nvSpPr>
        <p:spPr>
          <a:xfrm rot="5400000" flipH="1">
            <a:off x="5175902" y="-5175894"/>
            <a:ext cx="1855397" cy="12207199"/>
          </a:xfrm>
          <a:prstGeom prst="rect">
            <a:avLst/>
          </a:prstGeom>
          <a:gradFill>
            <a:gsLst>
              <a:gs pos="0">
                <a:schemeClr val="accent5"/>
              </a:gs>
              <a:gs pos="90000">
                <a:schemeClr val="accent2"/>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88AFD6F-0EAD-ADCF-CB9A-AB74C59048E1}"/>
              </a:ext>
            </a:extLst>
          </p:cNvPr>
          <p:cNvSpPr/>
          <p:nvPr/>
        </p:nvSpPr>
        <p:spPr>
          <a:xfrm rot="16200000">
            <a:off x="6635246" y="-3716556"/>
            <a:ext cx="1855397" cy="9288510"/>
          </a:xfrm>
          <a:prstGeom prst="rect">
            <a:avLst/>
          </a:prstGeom>
          <a:gradFill>
            <a:gsLst>
              <a:gs pos="45000">
                <a:schemeClr val="accent5">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310896"/>
            <a:ext cx="10872216" cy="1225296"/>
          </a:xfrm>
        </p:spPr>
        <p:txBody>
          <a:bodyPr anchor="ctr">
            <a:normAutofit/>
          </a:bodyPr>
          <a:lstStyle>
            <a:lvl1pPr>
              <a:defRPr sz="3200">
                <a:solidFill>
                  <a:schemeClr val="bg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2249424" y="2313432"/>
            <a:ext cx="8732520" cy="3895344"/>
          </a:xfrm>
        </p:spPr>
        <p:txBody>
          <a:bodyPr vert="horz" lIns="91440" tIns="45720" rIns="91440" bIns="45720" rtlCol="0" anchor="ctr">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endParaRPr lang="en-US"/>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3AEEF7F6-ECFE-4473-B3E9-C91BE833927A}" type="datetimeFigureOut">
              <a:rPr lang="en-US" smtClean="0"/>
              <a:t>3/16/2026</a:t>
            </a:fld>
            <a:endParaRPr lang="en-US"/>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50954278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8">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1394E45B-1239-5927-7239-231AB33A23C5}"/>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3" name="Rectangle 12">
              <a:extLst>
                <a:ext uri="{FF2B5EF4-FFF2-40B4-BE49-F238E27FC236}">
                  <a16:creationId xmlns:a16="http://schemas.microsoft.com/office/drawing/2014/main" id="{C82CCE1C-1D53-2F67-CA11-693E1CA40CC5}"/>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C77A3C2-9949-B8A0-8486-8228C60D0C3F}"/>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40080"/>
            <a:ext cx="3493008" cy="3621024"/>
          </a:xfrm>
        </p:spPr>
        <p:txBody>
          <a:bodyPr vert="horz" lIns="91440" tIns="45720" rIns="91440" bIns="45720" rtlCol="0" anchor="t">
            <a:normAutofit/>
          </a:bodyPr>
          <a:lstStyle>
            <a:lvl1pPr>
              <a:defRPr lang="en-US" dirty="0">
                <a:gradFill>
                  <a:gsLst>
                    <a:gs pos="0">
                      <a:schemeClr val="accent5"/>
                    </a:gs>
                    <a:gs pos="100000">
                      <a:schemeClr val="accent2"/>
                    </a:gs>
                  </a:gsLst>
                  <a:lin ang="13800000" scaled="0"/>
                </a:gradFill>
              </a:defRPr>
            </a:lvl1pPr>
          </a:lstStyle>
          <a:p>
            <a:pPr lvl="0"/>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892040" y="640081"/>
            <a:ext cx="6675120" cy="5577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F3B715D2-E75C-A2E6-CE7A-70CE2EFA5E82}"/>
              </a:ext>
            </a:extLst>
          </p:cNvPr>
          <p:cNvSpPr>
            <a:spLocks noGrp="1"/>
          </p:cNvSpPr>
          <p:nvPr>
            <p:ph type="ftr" sz="quarter" idx="15"/>
          </p:nvPr>
        </p:nvSpPr>
        <p:spPr/>
        <p:txBody>
          <a:bodyPr/>
          <a:lstStyle/>
          <a:p>
            <a:endParaRPr lang="en-US"/>
          </a:p>
        </p:txBody>
      </p:sp>
      <p:sp>
        <p:nvSpPr>
          <p:cNvPr id="3" name="Date Placeholder 2">
            <a:extLst>
              <a:ext uri="{FF2B5EF4-FFF2-40B4-BE49-F238E27FC236}">
                <a16:creationId xmlns:a16="http://schemas.microsoft.com/office/drawing/2014/main" id="{11C4CAAF-9048-5116-D3C8-15E595C3BC25}"/>
              </a:ext>
            </a:extLst>
          </p:cNvPr>
          <p:cNvSpPr>
            <a:spLocks noGrp="1"/>
          </p:cNvSpPr>
          <p:nvPr>
            <p:ph type="dt" sz="half" idx="14"/>
          </p:nvPr>
        </p:nvSpPr>
        <p:spPr/>
        <p:txBody>
          <a:bodyPr/>
          <a:lstStyle/>
          <a:p>
            <a:fld id="{3AEEF7F6-ECFE-4473-B3E9-C91BE833927A}" type="datetimeFigureOut">
              <a:rPr lang="en-US" smtClean="0"/>
              <a:t>3/16/2026</a:t>
            </a:fld>
            <a:endParaRPr lang="en-US"/>
          </a:p>
        </p:txBody>
      </p:sp>
      <p:sp>
        <p:nvSpPr>
          <p:cNvPr id="9" name="Slide Number Placeholder 8">
            <a:extLst>
              <a:ext uri="{FF2B5EF4-FFF2-40B4-BE49-F238E27FC236}">
                <a16:creationId xmlns:a16="http://schemas.microsoft.com/office/drawing/2014/main" id="{CBF8E49B-DD4C-66AF-8D2C-52110DB227F6}"/>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60105416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9">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F2293C7-9DD5-C84B-6A44-F0D117C4C94B}"/>
              </a:ext>
            </a:extLst>
          </p:cNvPr>
          <p:cNvSpPr/>
          <p:nvPr/>
        </p:nvSpPr>
        <p:spPr>
          <a:xfrm>
            <a:off x="3" y="-4323"/>
            <a:ext cx="4059076" cy="6869579"/>
          </a:xfrm>
          <a:prstGeom prst="rect">
            <a:avLst/>
          </a:prstGeom>
          <a:gradFill>
            <a:gsLst>
              <a:gs pos="7000">
                <a:schemeClr val="accent2"/>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1C088F0D-A4DE-CAA0-43A6-84E52AD904F3}"/>
              </a:ext>
            </a:extLst>
          </p:cNvPr>
          <p:cNvSpPr/>
          <p:nvPr/>
        </p:nvSpPr>
        <p:spPr>
          <a:xfrm rot="10800000">
            <a:off x="-1" y="1061883"/>
            <a:ext cx="4059079" cy="5803372"/>
          </a:xfrm>
          <a:prstGeom prst="rect">
            <a:avLst/>
          </a:prstGeom>
          <a:gradFill flip="none" rotWithShape="1">
            <a:gsLst>
              <a:gs pos="0">
                <a:schemeClr val="accent5">
                  <a:lumMod val="75000"/>
                </a:schemeClr>
              </a:gs>
              <a:gs pos="60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6" name="Rectangle 5">
            <a:extLst>
              <a:ext uri="{FF2B5EF4-FFF2-40B4-BE49-F238E27FC236}">
                <a16:creationId xmlns:a16="http://schemas.microsoft.com/office/drawing/2014/main" id="{25CD67E0-1350-1985-A4E1-5215AF902BF2}"/>
              </a:ext>
            </a:extLst>
          </p:cNvPr>
          <p:cNvSpPr/>
          <p:nvPr/>
        </p:nvSpPr>
        <p:spPr>
          <a:xfrm rot="16200000">
            <a:off x="-524095" y="1129367"/>
            <a:ext cx="5716870" cy="3449479"/>
          </a:xfrm>
          <a:prstGeom prst="rect">
            <a:avLst/>
          </a:prstGeom>
          <a:gradFill>
            <a:gsLst>
              <a:gs pos="0">
                <a:schemeClr val="accent5">
                  <a:alpha val="86000"/>
                </a:schemeClr>
              </a:gs>
              <a:gs pos="57000">
                <a:schemeClr val="accent2">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40080"/>
            <a:ext cx="3081528" cy="4014216"/>
          </a:xfrm>
        </p:spPr>
        <p:txBody>
          <a:bodyPr vert="horz" lIns="91440" tIns="45720" rIns="91440" bIns="45720" rtlCol="0" anchor="t">
            <a:normAutofit/>
          </a:bodyPr>
          <a:lstStyle>
            <a:lvl1pPr>
              <a:defRPr lang="en-US" dirty="0">
                <a:solidFill>
                  <a:schemeClr val="bg1"/>
                </a:solidFill>
              </a:defRPr>
            </a:lvl1pPr>
          </a:lstStyle>
          <a:p>
            <a:pPr lvl="0"/>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892040" y="640081"/>
            <a:ext cx="6675120" cy="5577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10">
            <a:extLst>
              <a:ext uri="{FF2B5EF4-FFF2-40B4-BE49-F238E27FC236}">
                <a16:creationId xmlns:a16="http://schemas.microsoft.com/office/drawing/2014/main" id="{2B6B8768-08ED-B8FE-AB87-3961B13E76EC}"/>
              </a:ext>
            </a:extLst>
          </p:cNvPr>
          <p:cNvSpPr>
            <a:spLocks noGrp="1"/>
          </p:cNvSpPr>
          <p:nvPr>
            <p:ph type="ftr" sz="quarter" idx="15"/>
          </p:nvPr>
        </p:nvSpPr>
        <p:spPr>
          <a:xfrm>
            <a:off x="612648" y="6318504"/>
            <a:ext cx="3446431" cy="365760"/>
          </a:xfrm>
        </p:spPr>
        <p:txBody>
          <a:bodyPr/>
          <a:lstStyle>
            <a:lvl1pPr>
              <a:defRPr>
                <a:solidFill>
                  <a:schemeClr val="bg1"/>
                </a:solidFill>
              </a:defRPr>
            </a:lvl1pPr>
          </a:lstStyle>
          <a:p>
            <a:endParaRPr lang="en-US"/>
          </a:p>
        </p:txBody>
      </p:sp>
      <p:sp>
        <p:nvSpPr>
          <p:cNvPr id="10" name="Date Placeholder 9">
            <a:extLst>
              <a:ext uri="{FF2B5EF4-FFF2-40B4-BE49-F238E27FC236}">
                <a16:creationId xmlns:a16="http://schemas.microsoft.com/office/drawing/2014/main" id="{0790CD73-4635-8D46-A7E8-EDF5E35D34ED}"/>
              </a:ext>
            </a:extLst>
          </p:cNvPr>
          <p:cNvSpPr>
            <a:spLocks noGrp="1"/>
          </p:cNvSpPr>
          <p:nvPr>
            <p:ph type="dt" sz="half" idx="14"/>
          </p:nvPr>
        </p:nvSpPr>
        <p:spPr/>
        <p:txBody>
          <a:bodyPr/>
          <a:lstStyle/>
          <a:p>
            <a:fld id="{3AEEF7F6-ECFE-4473-B3E9-C91BE833927A}" type="datetimeFigureOut">
              <a:rPr lang="en-US" smtClean="0"/>
              <a:t>3/16/2026</a:t>
            </a:fld>
            <a:endParaRPr lang="en-US"/>
          </a:p>
        </p:txBody>
      </p:sp>
      <p:sp>
        <p:nvSpPr>
          <p:cNvPr id="12" name="Slide Number Placeholder 11">
            <a:extLst>
              <a:ext uri="{FF2B5EF4-FFF2-40B4-BE49-F238E27FC236}">
                <a16:creationId xmlns:a16="http://schemas.microsoft.com/office/drawing/2014/main" id="{CE7E57EE-CAE7-24C5-9F1D-159F32ADDDD0}"/>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1420710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605272" y="502920"/>
            <a:ext cx="5961888" cy="1197864"/>
          </a:xfrm>
        </p:spPr>
        <p:txBody>
          <a:bodyPr anchor="b"/>
          <a:lstStyle/>
          <a:p>
            <a:r>
              <a:rPr lang="en-US"/>
              <a:t>Click to edit Master title style</a:t>
            </a:r>
          </a:p>
        </p:txBody>
      </p:sp>
      <p:grpSp>
        <p:nvGrpSpPr>
          <p:cNvPr id="3" name="Group 2">
            <a:extLst>
              <a:ext uri="{FF2B5EF4-FFF2-40B4-BE49-F238E27FC236}">
                <a16:creationId xmlns:a16="http://schemas.microsoft.com/office/drawing/2014/main" id="{125E9B8B-7499-A48C-F314-3620CFFB8E0B}"/>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9" name="Rectangle 8">
              <a:extLst>
                <a:ext uri="{FF2B5EF4-FFF2-40B4-BE49-F238E27FC236}">
                  <a16:creationId xmlns:a16="http://schemas.microsoft.com/office/drawing/2014/main" id="{139B506F-0FAC-8905-0F05-E889644A7B96}"/>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DAC1EBA-955D-23C1-CCE1-CF2C6CBFD05B}"/>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Picture Placeholder 10">
            <a:extLst>
              <a:ext uri="{FF2B5EF4-FFF2-40B4-BE49-F238E27FC236}">
                <a16:creationId xmlns:a16="http://schemas.microsoft.com/office/drawing/2014/main" id="{F96EE962-E57A-8EDB-7169-6EB04FA7539A}"/>
              </a:ext>
            </a:extLst>
          </p:cNvPr>
          <p:cNvSpPr>
            <a:spLocks noGrp="1"/>
          </p:cNvSpPr>
          <p:nvPr>
            <p:ph type="pic" sz="quarter" idx="15" hasCustomPrompt="1"/>
          </p:nvPr>
        </p:nvSpPr>
        <p:spPr>
          <a:xfrm>
            <a:off x="115866" y="0"/>
            <a:ext cx="4837176" cy="6858000"/>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605272" y="1801367"/>
            <a:ext cx="5961888" cy="44531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851225D-49EF-5752-ACF2-F43EB2B36332}"/>
              </a:ext>
            </a:extLst>
          </p:cNvPr>
          <p:cNvSpPr>
            <a:spLocks noGrp="1"/>
          </p:cNvSpPr>
          <p:nvPr>
            <p:ph type="ftr" sz="quarter" idx="17"/>
          </p:nvPr>
        </p:nvSpPr>
        <p:spPr>
          <a:xfrm>
            <a:off x="5605272" y="6318504"/>
            <a:ext cx="4096512" cy="365760"/>
          </a:xfrm>
        </p:spPr>
        <p:txBody>
          <a:bodyPr/>
          <a:lstStyle/>
          <a:p>
            <a:endParaRPr lang="en-US"/>
          </a:p>
        </p:txBody>
      </p:sp>
      <p:sp>
        <p:nvSpPr>
          <p:cNvPr id="4" name="Date Placeholder 3">
            <a:extLst>
              <a:ext uri="{FF2B5EF4-FFF2-40B4-BE49-F238E27FC236}">
                <a16:creationId xmlns:a16="http://schemas.microsoft.com/office/drawing/2014/main" id="{93A362DD-3333-1184-E97C-2FDF9D599F49}"/>
              </a:ext>
            </a:extLst>
          </p:cNvPr>
          <p:cNvSpPr>
            <a:spLocks noGrp="1"/>
          </p:cNvSpPr>
          <p:nvPr>
            <p:ph type="dt" sz="half" idx="16"/>
          </p:nvPr>
        </p:nvSpPr>
        <p:spPr>
          <a:xfrm>
            <a:off x="9701784" y="6318504"/>
            <a:ext cx="1865376" cy="365760"/>
          </a:xfrm>
        </p:spPr>
        <p:txBody>
          <a:bodyPr/>
          <a:lstStyle/>
          <a:p>
            <a:fld id="{3AEEF7F6-ECFE-4473-B3E9-C91BE833927A}" type="datetimeFigureOut">
              <a:rPr lang="en-US" smtClean="0"/>
              <a:t>3/16/2026</a:t>
            </a:fld>
            <a:endParaRPr lang="en-US"/>
          </a:p>
        </p:txBody>
      </p:sp>
      <p:sp>
        <p:nvSpPr>
          <p:cNvPr id="6" name="Slide Number Placeholder 5">
            <a:extLst>
              <a:ext uri="{FF2B5EF4-FFF2-40B4-BE49-F238E27FC236}">
                <a16:creationId xmlns:a16="http://schemas.microsoft.com/office/drawing/2014/main" id="{7C21012C-B1FA-A889-A45D-1DA431A41443}"/>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8327008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6858000" cy="84124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1472184"/>
            <a:ext cx="6858000" cy="478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655B44AF-FB05-4BBA-5AC9-C89D1BB5BE69}"/>
              </a:ext>
            </a:extLst>
          </p:cNvPr>
          <p:cNvSpPr>
            <a:spLocks noGrp="1"/>
          </p:cNvSpPr>
          <p:nvPr>
            <p:ph type="ftr" sz="quarter" idx="17"/>
          </p:nvPr>
        </p:nvSpPr>
        <p:spPr/>
        <p:txBody>
          <a:bodyPr/>
          <a:lstStyle/>
          <a:p>
            <a:endParaRPr lang="en-US"/>
          </a:p>
        </p:txBody>
      </p:sp>
      <p:sp>
        <p:nvSpPr>
          <p:cNvPr id="3" name="Date Placeholder 2">
            <a:extLst>
              <a:ext uri="{FF2B5EF4-FFF2-40B4-BE49-F238E27FC236}">
                <a16:creationId xmlns:a16="http://schemas.microsoft.com/office/drawing/2014/main" id="{2632EABA-2011-B91D-C867-6B03C4743305}"/>
              </a:ext>
            </a:extLst>
          </p:cNvPr>
          <p:cNvSpPr>
            <a:spLocks noGrp="1"/>
          </p:cNvSpPr>
          <p:nvPr>
            <p:ph type="dt" sz="half" idx="16"/>
          </p:nvPr>
        </p:nvSpPr>
        <p:spPr>
          <a:xfrm>
            <a:off x="4709160" y="6318504"/>
            <a:ext cx="2350008" cy="365760"/>
          </a:xfrm>
        </p:spPr>
        <p:txBody>
          <a:bodyPr/>
          <a:lstStyle/>
          <a:p>
            <a:fld id="{3AEEF7F6-ECFE-4473-B3E9-C91BE833927A}" type="datetimeFigureOut">
              <a:rPr lang="en-US" smtClean="0"/>
              <a:t>3/16/2026</a:t>
            </a:fld>
            <a:endParaRPr lang="en-US"/>
          </a:p>
        </p:txBody>
      </p:sp>
      <p:sp>
        <p:nvSpPr>
          <p:cNvPr id="13" name="Slide Number Placeholder 12">
            <a:extLst>
              <a:ext uri="{FF2B5EF4-FFF2-40B4-BE49-F238E27FC236}">
                <a16:creationId xmlns:a16="http://schemas.microsoft.com/office/drawing/2014/main" id="{437E37F5-E579-D12C-536E-A9118707E1C6}"/>
              </a:ext>
            </a:extLst>
          </p:cNvPr>
          <p:cNvSpPr>
            <a:spLocks noGrp="1"/>
          </p:cNvSpPr>
          <p:nvPr>
            <p:ph type="sldNum" sz="quarter" idx="18"/>
          </p:nvPr>
        </p:nvSpPr>
        <p:spPr>
          <a:xfrm>
            <a:off x="6976872" y="6318504"/>
            <a:ext cx="493776" cy="365760"/>
          </a:xfrm>
        </p:spPr>
        <p:txBody>
          <a:bodyPr/>
          <a:lstStyle/>
          <a:p>
            <a:fld id="{5DAD859A-2C66-45B9-9A71-3CF205EC2D4A}" type="slidenum">
              <a:rPr lang="en-US" smtClean="0"/>
              <a:t>‹#›</a:t>
            </a:fld>
            <a:endParaRPr lang="en-US"/>
          </a:p>
        </p:txBody>
      </p:sp>
      <p:sp>
        <p:nvSpPr>
          <p:cNvPr id="9" name="Picture Placeholder 8">
            <a:extLst>
              <a:ext uri="{FF2B5EF4-FFF2-40B4-BE49-F238E27FC236}">
                <a16:creationId xmlns:a16="http://schemas.microsoft.com/office/drawing/2014/main" id="{19D3616B-B0C6-AB9E-48FA-05090671826A}"/>
              </a:ext>
            </a:extLst>
          </p:cNvPr>
          <p:cNvSpPr>
            <a:spLocks noGrp="1"/>
          </p:cNvSpPr>
          <p:nvPr>
            <p:ph type="pic" sz="quarter" idx="15" hasCustomPrompt="1"/>
          </p:nvPr>
        </p:nvSpPr>
        <p:spPr>
          <a:xfrm>
            <a:off x="8129142" y="0"/>
            <a:ext cx="3939493" cy="6858000"/>
          </a:xfrm>
          <a:blipFill dpi="0" rotWithShape="1">
            <a:blip r:embed="rId2">
              <a:alphaModFix amt="70000"/>
            </a:blip>
            <a:srcRect/>
            <a:stretch>
              <a:fillRect/>
            </a:stretch>
          </a:blipFill>
        </p:spPr>
        <p:txBody>
          <a:bodyPr/>
          <a:lstStyle>
            <a:lvl1pPr marL="0" indent="0">
              <a:buNone/>
              <a:defRPr/>
            </a:lvl1pPr>
          </a:lstStyle>
          <a:p>
            <a:r>
              <a:rPr lang="en-US"/>
              <a:t> </a:t>
            </a:r>
          </a:p>
        </p:txBody>
      </p:sp>
      <p:grpSp>
        <p:nvGrpSpPr>
          <p:cNvPr id="10" name="Group 9">
            <a:extLst>
              <a:ext uri="{FF2B5EF4-FFF2-40B4-BE49-F238E27FC236}">
                <a16:creationId xmlns:a16="http://schemas.microsoft.com/office/drawing/2014/main" id="{D5BBFBAF-5922-A442-5D1A-BC28ADE0D2B7}"/>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11" name="Rectangle 10">
              <a:extLst>
                <a:ext uri="{FF2B5EF4-FFF2-40B4-BE49-F238E27FC236}">
                  <a16:creationId xmlns:a16="http://schemas.microsoft.com/office/drawing/2014/main" id="{E9DBF79C-336C-A5FC-F9A7-F678FEB5C351}"/>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B3E95C8-0894-01F3-97E4-60803AAA24AF}"/>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74330842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06516" y="502920"/>
            <a:ext cx="6858000" cy="841248"/>
          </a:xfrm>
        </p:spPr>
        <p:txBody>
          <a:bodyPr anchor="b"/>
          <a:lstStyle/>
          <a:p>
            <a:r>
              <a:rPr lang="en-US"/>
              <a:t>Click to edit Master title style</a:t>
            </a:r>
          </a:p>
        </p:txBody>
      </p:sp>
      <p:sp>
        <p:nvSpPr>
          <p:cNvPr id="10" name="Picture Placeholder 9">
            <a:extLst>
              <a:ext uri="{FF2B5EF4-FFF2-40B4-BE49-F238E27FC236}">
                <a16:creationId xmlns:a16="http://schemas.microsoft.com/office/drawing/2014/main" id="{8AF4E90B-EF6F-24B4-C4FE-7FBC72B7E9EE}"/>
              </a:ext>
            </a:extLst>
          </p:cNvPr>
          <p:cNvSpPr>
            <a:spLocks noGrp="1"/>
          </p:cNvSpPr>
          <p:nvPr>
            <p:ph type="pic" sz="quarter" idx="15" hasCustomPrompt="1"/>
          </p:nvPr>
        </p:nvSpPr>
        <p:spPr>
          <a:xfrm>
            <a:off x="115867" y="0"/>
            <a:ext cx="3968496" cy="6858000"/>
          </a:xfrm>
          <a:blipFill dpi="0" rotWithShape="1">
            <a:blip r:embed="rId2">
              <a:alphaModFix amt="70000"/>
            </a:blip>
            <a:srcRect/>
            <a:stretch>
              <a:fillRect/>
            </a:stretch>
          </a:blipFill>
        </p:spPr>
        <p:txBody>
          <a:bodyPr/>
          <a:lstStyle>
            <a:lvl1pPr marL="0" indent="0">
              <a:buNone/>
              <a:defRPr/>
            </a:lvl1pPr>
          </a:lstStyle>
          <a:p>
            <a:r>
              <a:rPr lang="en-US"/>
              <a:t> </a:t>
            </a:r>
          </a:p>
        </p:txBody>
      </p:sp>
      <p:grpSp>
        <p:nvGrpSpPr>
          <p:cNvPr id="11" name="Group 10">
            <a:extLst>
              <a:ext uri="{FF2B5EF4-FFF2-40B4-BE49-F238E27FC236}">
                <a16:creationId xmlns:a16="http://schemas.microsoft.com/office/drawing/2014/main" id="{3F50B082-E806-677A-B150-164003C5BF2E}"/>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12" name="Rectangle 11">
              <a:extLst>
                <a:ext uri="{FF2B5EF4-FFF2-40B4-BE49-F238E27FC236}">
                  <a16:creationId xmlns:a16="http://schemas.microsoft.com/office/drawing/2014/main" id="{CEBF228F-ECC6-8326-8C59-4539BE646E46}"/>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29E235C-963A-D79C-5145-5233B1FD5A89}"/>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06516" y="1472183"/>
            <a:ext cx="6858000" cy="478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46FDC5C-46E3-4585-C089-E091BE6E5D36}"/>
              </a:ext>
            </a:extLst>
          </p:cNvPr>
          <p:cNvSpPr>
            <a:spLocks noGrp="1"/>
          </p:cNvSpPr>
          <p:nvPr>
            <p:ph type="ftr" sz="quarter" idx="17"/>
          </p:nvPr>
        </p:nvSpPr>
        <p:spPr>
          <a:xfrm>
            <a:off x="4706516" y="6318504"/>
            <a:ext cx="4096512" cy="365760"/>
          </a:xfrm>
        </p:spPr>
        <p:txBody>
          <a:bodyPr/>
          <a:lstStyle/>
          <a:p>
            <a:endParaRPr lang="en-US"/>
          </a:p>
        </p:txBody>
      </p:sp>
      <p:sp>
        <p:nvSpPr>
          <p:cNvPr id="3" name="Date Placeholder 2">
            <a:extLst>
              <a:ext uri="{FF2B5EF4-FFF2-40B4-BE49-F238E27FC236}">
                <a16:creationId xmlns:a16="http://schemas.microsoft.com/office/drawing/2014/main" id="{5721447D-8AA6-9863-0212-376200A916F4}"/>
              </a:ext>
            </a:extLst>
          </p:cNvPr>
          <p:cNvSpPr>
            <a:spLocks noGrp="1"/>
          </p:cNvSpPr>
          <p:nvPr>
            <p:ph type="dt" sz="half" idx="16"/>
          </p:nvPr>
        </p:nvSpPr>
        <p:spPr>
          <a:xfrm>
            <a:off x="8729070" y="6318504"/>
            <a:ext cx="2838090" cy="365760"/>
          </a:xfrm>
        </p:spPr>
        <p:txBody>
          <a:bodyPr/>
          <a:lstStyle/>
          <a:p>
            <a:fld id="{3AEEF7F6-ECFE-4473-B3E9-C91BE833927A}" type="datetimeFigureOut">
              <a:rPr lang="en-US" smtClean="0"/>
              <a:t>3/16/2026</a:t>
            </a:fld>
            <a:endParaRPr lang="en-US"/>
          </a:p>
        </p:txBody>
      </p:sp>
      <p:sp>
        <p:nvSpPr>
          <p:cNvPr id="9" name="Slide Number Placeholder 8">
            <a:extLst>
              <a:ext uri="{FF2B5EF4-FFF2-40B4-BE49-F238E27FC236}">
                <a16:creationId xmlns:a16="http://schemas.microsoft.com/office/drawing/2014/main" id="{86395A93-90A0-8500-32A5-2011DF9658FA}"/>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2008953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87AE7BB9-8F3B-888B-7C5F-C693E4B78B3D}"/>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9" name="Rectangle 8">
              <a:extLst>
                <a:ext uri="{FF2B5EF4-FFF2-40B4-BE49-F238E27FC236}">
                  <a16:creationId xmlns:a16="http://schemas.microsoft.com/office/drawing/2014/main" id="{7CA2AA3A-CAA5-475A-C3CD-9ABFCE2B0092}"/>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43ED07E-CBE3-22B8-BCE0-4F98BB64C4C6}"/>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4573413" cy="84124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1472184"/>
            <a:ext cx="4573413" cy="478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10">
            <a:extLst>
              <a:ext uri="{FF2B5EF4-FFF2-40B4-BE49-F238E27FC236}">
                <a16:creationId xmlns:a16="http://schemas.microsoft.com/office/drawing/2014/main" id="{42B6E2F6-1C60-7678-922C-01C4DB211D7A}"/>
              </a:ext>
            </a:extLst>
          </p:cNvPr>
          <p:cNvSpPr>
            <a:spLocks noGrp="1"/>
          </p:cNvSpPr>
          <p:nvPr>
            <p:ph type="ftr" sz="quarter" idx="17"/>
          </p:nvPr>
        </p:nvSpPr>
        <p:spPr>
          <a:xfrm>
            <a:off x="612648" y="6318504"/>
            <a:ext cx="2743200" cy="365760"/>
          </a:xfrm>
        </p:spPr>
        <p:txBody>
          <a:bodyPr/>
          <a:lstStyle/>
          <a:p>
            <a:endParaRPr lang="en-US"/>
          </a:p>
        </p:txBody>
      </p:sp>
      <p:sp>
        <p:nvSpPr>
          <p:cNvPr id="4" name="Date Placeholder 3">
            <a:extLst>
              <a:ext uri="{FF2B5EF4-FFF2-40B4-BE49-F238E27FC236}">
                <a16:creationId xmlns:a16="http://schemas.microsoft.com/office/drawing/2014/main" id="{0D5BA7FF-A77E-82D8-382F-C60F9EB7D403}"/>
              </a:ext>
            </a:extLst>
          </p:cNvPr>
          <p:cNvSpPr>
            <a:spLocks noGrp="1"/>
          </p:cNvSpPr>
          <p:nvPr>
            <p:ph type="dt" sz="half" idx="16"/>
          </p:nvPr>
        </p:nvSpPr>
        <p:spPr>
          <a:xfrm>
            <a:off x="3355847" y="6318504"/>
            <a:ext cx="1418733" cy="365760"/>
          </a:xfrm>
        </p:spPr>
        <p:txBody>
          <a:bodyPr/>
          <a:lstStyle/>
          <a:p>
            <a:fld id="{3AEEF7F6-ECFE-4473-B3E9-C91BE833927A}" type="datetimeFigureOut">
              <a:rPr lang="en-US" smtClean="0"/>
              <a:t>3/16/2026</a:t>
            </a:fld>
            <a:endParaRPr lang="en-US"/>
          </a:p>
        </p:txBody>
      </p:sp>
      <p:sp>
        <p:nvSpPr>
          <p:cNvPr id="13" name="Slide Number Placeholder 12">
            <a:extLst>
              <a:ext uri="{FF2B5EF4-FFF2-40B4-BE49-F238E27FC236}">
                <a16:creationId xmlns:a16="http://schemas.microsoft.com/office/drawing/2014/main" id="{277AED5A-2B3B-6F43-CA78-5BF85217FD6E}"/>
              </a:ext>
            </a:extLst>
          </p:cNvPr>
          <p:cNvSpPr>
            <a:spLocks noGrp="1"/>
          </p:cNvSpPr>
          <p:nvPr>
            <p:ph type="sldNum" sz="quarter" idx="18"/>
          </p:nvPr>
        </p:nvSpPr>
        <p:spPr>
          <a:xfrm>
            <a:off x="4692285" y="6318504"/>
            <a:ext cx="493776" cy="365760"/>
          </a:xfrm>
        </p:spPr>
        <p:txBody>
          <a:bodyPr/>
          <a:lstStyle/>
          <a:p>
            <a:fld id="{5DAD859A-2C66-45B9-9A71-3CF205EC2D4A}" type="slidenum">
              <a:rPr lang="en-US" smtClean="0"/>
              <a:t>‹#›</a:t>
            </a:fld>
            <a:endParaRPr lang="en-US"/>
          </a:p>
        </p:txBody>
      </p:sp>
      <p:sp>
        <p:nvSpPr>
          <p:cNvPr id="12" name="Picture Placeholder 11">
            <a:extLst>
              <a:ext uri="{FF2B5EF4-FFF2-40B4-BE49-F238E27FC236}">
                <a16:creationId xmlns:a16="http://schemas.microsoft.com/office/drawing/2014/main" id="{EC59C038-AFE7-F1BB-D482-33E170892572}"/>
              </a:ext>
            </a:extLst>
          </p:cNvPr>
          <p:cNvSpPr>
            <a:spLocks noGrp="1"/>
          </p:cNvSpPr>
          <p:nvPr>
            <p:ph type="pic" sz="quarter" idx="15" hasCustomPrompt="1"/>
          </p:nvPr>
        </p:nvSpPr>
        <p:spPr>
          <a:xfrm>
            <a:off x="5844556" y="0"/>
            <a:ext cx="6224082" cy="6858000"/>
          </a:xfrm>
          <a:blipFill dpi="0" rotWithShape="1">
            <a:blip r:embed="rId2">
              <a:alphaModFix amt="7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81110149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4389120" cy="1444752"/>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2084832"/>
            <a:ext cx="4389120" cy="41696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7497486-A221-C6D1-050D-0B3DB326465B}"/>
              </a:ext>
            </a:extLst>
          </p:cNvPr>
          <p:cNvSpPr>
            <a:spLocks noGrp="1"/>
          </p:cNvSpPr>
          <p:nvPr>
            <p:ph type="ftr" sz="quarter" idx="17"/>
          </p:nvPr>
        </p:nvSpPr>
        <p:spPr>
          <a:xfrm>
            <a:off x="612648" y="6318504"/>
            <a:ext cx="2651760" cy="365760"/>
          </a:xfrm>
        </p:spPr>
        <p:txBody>
          <a:bodyPr/>
          <a:lstStyle/>
          <a:p>
            <a:endParaRPr lang="en-US"/>
          </a:p>
        </p:txBody>
      </p:sp>
      <p:sp>
        <p:nvSpPr>
          <p:cNvPr id="3" name="Date Placeholder 2">
            <a:extLst>
              <a:ext uri="{FF2B5EF4-FFF2-40B4-BE49-F238E27FC236}">
                <a16:creationId xmlns:a16="http://schemas.microsoft.com/office/drawing/2014/main" id="{3907AE70-2FE3-1872-0811-BC089F612855}"/>
              </a:ext>
            </a:extLst>
          </p:cNvPr>
          <p:cNvSpPr>
            <a:spLocks noGrp="1"/>
          </p:cNvSpPr>
          <p:nvPr>
            <p:ph type="dt" sz="half" idx="16"/>
          </p:nvPr>
        </p:nvSpPr>
        <p:spPr>
          <a:xfrm>
            <a:off x="3264408" y="6318504"/>
            <a:ext cx="1325880" cy="365760"/>
          </a:xfrm>
        </p:spPr>
        <p:txBody>
          <a:bodyPr/>
          <a:lstStyle/>
          <a:p>
            <a:fld id="{3AEEF7F6-ECFE-4473-B3E9-C91BE833927A}" type="datetimeFigureOut">
              <a:rPr lang="en-US" smtClean="0"/>
              <a:t>3/16/2026</a:t>
            </a:fld>
            <a:endParaRPr lang="en-US"/>
          </a:p>
        </p:txBody>
      </p:sp>
      <p:sp>
        <p:nvSpPr>
          <p:cNvPr id="9" name="Slide Number Placeholder 8">
            <a:extLst>
              <a:ext uri="{FF2B5EF4-FFF2-40B4-BE49-F238E27FC236}">
                <a16:creationId xmlns:a16="http://schemas.microsoft.com/office/drawing/2014/main" id="{193EE6EB-FF56-B8A3-1408-5C43C49B256E}"/>
              </a:ext>
            </a:extLst>
          </p:cNvPr>
          <p:cNvSpPr>
            <a:spLocks noGrp="1"/>
          </p:cNvSpPr>
          <p:nvPr>
            <p:ph type="sldNum" sz="quarter" idx="18"/>
          </p:nvPr>
        </p:nvSpPr>
        <p:spPr>
          <a:xfrm>
            <a:off x="4507992" y="6318504"/>
            <a:ext cx="493776" cy="365760"/>
          </a:xfrm>
        </p:spPr>
        <p:txBody>
          <a:bodyPr/>
          <a:lstStyle/>
          <a:p>
            <a:fld id="{5DAD859A-2C66-45B9-9A71-3CF205EC2D4A}" type="slidenum">
              <a:rPr lang="en-US" smtClean="0"/>
              <a:t>‹#›</a:t>
            </a:fld>
            <a:endParaRPr lang="en-US"/>
          </a:p>
        </p:txBody>
      </p:sp>
      <p:sp>
        <p:nvSpPr>
          <p:cNvPr id="10" name="Picture Placeholder 9">
            <a:extLst>
              <a:ext uri="{FF2B5EF4-FFF2-40B4-BE49-F238E27FC236}">
                <a16:creationId xmlns:a16="http://schemas.microsoft.com/office/drawing/2014/main" id="{EE2866F3-0262-FC88-23E2-359D75EA8A79}"/>
              </a:ext>
            </a:extLst>
          </p:cNvPr>
          <p:cNvSpPr>
            <a:spLocks noGrp="1"/>
          </p:cNvSpPr>
          <p:nvPr>
            <p:ph type="pic" sz="quarter" idx="15" hasCustomPrompt="1"/>
          </p:nvPr>
        </p:nvSpPr>
        <p:spPr>
          <a:xfrm>
            <a:off x="5660263" y="0"/>
            <a:ext cx="6408375" cy="6858000"/>
          </a:xfrm>
          <a:blipFill dpi="0" rotWithShape="1">
            <a:blip r:embed="rId2">
              <a:alphaModFix amt="70000"/>
            </a:blip>
            <a:srcRect/>
            <a:stretch>
              <a:fillRect/>
            </a:stretch>
          </a:blipFill>
        </p:spPr>
        <p:txBody>
          <a:bodyPr/>
          <a:lstStyle>
            <a:lvl1pPr marL="0" indent="0">
              <a:buNone/>
              <a:defRPr/>
            </a:lvl1pPr>
          </a:lstStyle>
          <a:p>
            <a:r>
              <a:rPr lang="en-US"/>
              <a:t> </a:t>
            </a:r>
          </a:p>
        </p:txBody>
      </p:sp>
      <p:grpSp>
        <p:nvGrpSpPr>
          <p:cNvPr id="11" name="Group 10">
            <a:extLst>
              <a:ext uri="{FF2B5EF4-FFF2-40B4-BE49-F238E27FC236}">
                <a16:creationId xmlns:a16="http://schemas.microsoft.com/office/drawing/2014/main" id="{5D76C82F-0CA8-713E-E19A-65D51910A5DC}"/>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12" name="Rectangle 11">
              <a:extLst>
                <a:ext uri="{FF2B5EF4-FFF2-40B4-BE49-F238E27FC236}">
                  <a16:creationId xmlns:a16="http://schemas.microsoft.com/office/drawing/2014/main" id="{C3A0EB22-0640-E9D6-5C90-504668EDC47C}"/>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995F219-6751-8C9C-0F4E-1048F537CB61}"/>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6781193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5C494689-2DF4-F719-B5A3-0E33B5AB963F}"/>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7" name="Rectangle 16">
              <a:extLst>
                <a:ext uri="{FF2B5EF4-FFF2-40B4-BE49-F238E27FC236}">
                  <a16:creationId xmlns:a16="http://schemas.microsoft.com/office/drawing/2014/main" id="{258C88C8-2ADC-03E1-DA79-C09C9FFCB400}"/>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6EE9281E-3F01-B630-B5DF-17CEE295D67F}"/>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22376"/>
            <a:ext cx="3017520" cy="3364992"/>
          </a:xfrm>
        </p:spPr>
        <p:txBody>
          <a:bodyPr anchor="t"/>
          <a:lstStyle/>
          <a:p>
            <a:r>
              <a:rPr lang="en-US"/>
              <a:t>Click to edit Master title style</a:t>
            </a:r>
          </a:p>
        </p:txBody>
      </p:sp>
      <p:sp>
        <p:nvSpPr>
          <p:cNvPr id="10" name="Picture Placeholder 9">
            <a:extLst>
              <a:ext uri="{FF2B5EF4-FFF2-40B4-BE49-F238E27FC236}">
                <a16:creationId xmlns:a16="http://schemas.microsoft.com/office/drawing/2014/main" id="{85A6D87B-55DF-483B-0AF7-E6F2B6041C80}"/>
              </a:ext>
            </a:extLst>
          </p:cNvPr>
          <p:cNvSpPr>
            <a:spLocks noGrp="1"/>
          </p:cNvSpPr>
          <p:nvPr>
            <p:ph type="pic" sz="quarter" idx="15" hasCustomPrompt="1"/>
          </p:nvPr>
        </p:nvSpPr>
        <p:spPr>
          <a:xfrm>
            <a:off x="4105656" y="722376"/>
            <a:ext cx="3417212" cy="5440680"/>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998356" y="722376"/>
            <a:ext cx="3566160" cy="5440680"/>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13">
            <a:extLst>
              <a:ext uri="{FF2B5EF4-FFF2-40B4-BE49-F238E27FC236}">
                <a16:creationId xmlns:a16="http://schemas.microsoft.com/office/drawing/2014/main" id="{B46F9121-A740-6137-350B-F287FC3F65ED}"/>
              </a:ext>
            </a:extLst>
          </p:cNvPr>
          <p:cNvSpPr>
            <a:spLocks noGrp="1"/>
          </p:cNvSpPr>
          <p:nvPr>
            <p:ph type="ftr" sz="quarter" idx="17"/>
          </p:nvPr>
        </p:nvSpPr>
        <p:spPr/>
        <p:txBody>
          <a:bodyPr/>
          <a:lstStyle/>
          <a:p>
            <a:endParaRPr lang="en-US"/>
          </a:p>
        </p:txBody>
      </p:sp>
      <p:sp>
        <p:nvSpPr>
          <p:cNvPr id="9" name="Date Placeholder 8">
            <a:extLst>
              <a:ext uri="{FF2B5EF4-FFF2-40B4-BE49-F238E27FC236}">
                <a16:creationId xmlns:a16="http://schemas.microsoft.com/office/drawing/2014/main" id="{71DDF62D-265F-648C-DEAF-A6B63AFE9A88}"/>
              </a:ext>
            </a:extLst>
          </p:cNvPr>
          <p:cNvSpPr>
            <a:spLocks noGrp="1"/>
          </p:cNvSpPr>
          <p:nvPr>
            <p:ph type="dt" sz="half" idx="16"/>
          </p:nvPr>
        </p:nvSpPr>
        <p:spPr/>
        <p:txBody>
          <a:bodyPr/>
          <a:lstStyle/>
          <a:p>
            <a:fld id="{3AEEF7F6-ECFE-4473-B3E9-C91BE833927A}" type="datetimeFigureOut">
              <a:rPr lang="en-US" smtClean="0"/>
              <a:t>3/16/2026</a:t>
            </a:fld>
            <a:endParaRPr lang="en-US"/>
          </a:p>
        </p:txBody>
      </p:sp>
      <p:sp>
        <p:nvSpPr>
          <p:cNvPr id="15" name="Slide Number Placeholder 14">
            <a:extLst>
              <a:ext uri="{FF2B5EF4-FFF2-40B4-BE49-F238E27FC236}">
                <a16:creationId xmlns:a16="http://schemas.microsoft.com/office/drawing/2014/main" id="{4B1E5F69-8168-1838-71D3-E395524793E7}"/>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53509302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6DB5D765-4DB1-83CD-C254-A90B6611CFB6}"/>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9" name="Rectangle 8">
              <a:extLst>
                <a:ext uri="{FF2B5EF4-FFF2-40B4-BE49-F238E27FC236}">
                  <a16:creationId xmlns:a16="http://schemas.microsoft.com/office/drawing/2014/main" id="{C69A84EF-6D24-A163-8B58-B5389FD4DDD7}"/>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E9A50A9-013C-611D-B106-1ED459519F51}"/>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65592" y="502920"/>
            <a:ext cx="3401568" cy="1444752"/>
          </a:xfrm>
        </p:spPr>
        <p:txBody>
          <a:bodyPr anchor="b"/>
          <a:lstStyle/>
          <a:p>
            <a:r>
              <a:rPr lang="en-US"/>
              <a:t>Click to edit Master title style</a:t>
            </a:r>
          </a:p>
        </p:txBody>
      </p:sp>
      <p:sp>
        <p:nvSpPr>
          <p:cNvPr id="12" name="Picture Placeholder 11">
            <a:extLst>
              <a:ext uri="{FF2B5EF4-FFF2-40B4-BE49-F238E27FC236}">
                <a16:creationId xmlns:a16="http://schemas.microsoft.com/office/drawing/2014/main" id="{F8A45037-DD9A-9287-B37A-49CD4CC3CAFB}"/>
              </a:ext>
            </a:extLst>
          </p:cNvPr>
          <p:cNvSpPr>
            <a:spLocks noGrp="1"/>
          </p:cNvSpPr>
          <p:nvPr>
            <p:ph type="pic" sz="quarter" idx="15" hasCustomPrompt="1"/>
          </p:nvPr>
        </p:nvSpPr>
        <p:spPr>
          <a:xfrm>
            <a:off x="115866" y="-1"/>
            <a:ext cx="7397496" cy="6857999"/>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65592" y="2084832"/>
            <a:ext cx="3401568" cy="416966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10">
            <a:extLst>
              <a:ext uri="{FF2B5EF4-FFF2-40B4-BE49-F238E27FC236}">
                <a16:creationId xmlns:a16="http://schemas.microsoft.com/office/drawing/2014/main" id="{6F5CC625-CD4F-F9C5-5E5D-05B78AE7CEE1}"/>
              </a:ext>
            </a:extLst>
          </p:cNvPr>
          <p:cNvSpPr>
            <a:spLocks noGrp="1"/>
          </p:cNvSpPr>
          <p:nvPr>
            <p:ph type="ftr" sz="quarter" idx="17"/>
          </p:nvPr>
        </p:nvSpPr>
        <p:spPr>
          <a:xfrm>
            <a:off x="8165592" y="6318504"/>
            <a:ext cx="2333520" cy="365760"/>
          </a:xfrm>
        </p:spPr>
        <p:txBody>
          <a:bodyPr/>
          <a:lstStyle/>
          <a:p>
            <a:endParaRPr lang="en-US"/>
          </a:p>
        </p:txBody>
      </p:sp>
      <p:sp>
        <p:nvSpPr>
          <p:cNvPr id="4" name="Date Placeholder 3">
            <a:extLst>
              <a:ext uri="{FF2B5EF4-FFF2-40B4-BE49-F238E27FC236}">
                <a16:creationId xmlns:a16="http://schemas.microsoft.com/office/drawing/2014/main" id="{1762B38A-33A6-F8AC-C9B9-FA400D29071B}"/>
              </a:ext>
            </a:extLst>
          </p:cNvPr>
          <p:cNvSpPr>
            <a:spLocks noGrp="1"/>
          </p:cNvSpPr>
          <p:nvPr>
            <p:ph type="dt" sz="half" idx="16"/>
          </p:nvPr>
        </p:nvSpPr>
        <p:spPr>
          <a:xfrm>
            <a:off x="10504406" y="6318504"/>
            <a:ext cx="1062754" cy="365760"/>
          </a:xfrm>
        </p:spPr>
        <p:txBody>
          <a:bodyPr/>
          <a:lstStyle/>
          <a:p>
            <a:fld id="{3AEEF7F6-ECFE-4473-B3E9-C91BE833927A}" type="datetimeFigureOut">
              <a:rPr lang="en-US" smtClean="0"/>
              <a:t>3/16/2026</a:t>
            </a:fld>
            <a:endParaRPr lang="en-US"/>
          </a:p>
        </p:txBody>
      </p:sp>
      <p:sp>
        <p:nvSpPr>
          <p:cNvPr id="13" name="Slide Number Placeholder 12">
            <a:extLst>
              <a:ext uri="{FF2B5EF4-FFF2-40B4-BE49-F238E27FC236}">
                <a16:creationId xmlns:a16="http://schemas.microsoft.com/office/drawing/2014/main" id="{E5B1B358-15B5-2BEF-0B1B-0BC9F05FFA1A}"/>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69381739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3401568" cy="1444752"/>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2648" y="2084832"/>
            <a:ext cx="3401568" cy="416966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2648" y="6318504"/>
            <a:ext cx="1975502" cy="365760"/>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2588150" y="6318504"/>
            <a:ext cx="1014586" cy="365760"/>
          </a:xfrm>
        </p:spPr>
        <p:txBody>
          <a:bodyPr/>
          <a:lstStyle>
            <a:lvl1pPr>
              <a:defRPr>
                <a:solidFill>
                  <a:schemeClr val="tx1"/>
                </a:solidFill>
                <a:effectLst/>
              </a:defRPr>
            </a:lvl1pPr>
          </a:lstStyle>
          <a:p>
            <a:fld id="{3AEEF7F6-ECFE-4473-B3E9-C91BE833927A}" type="datetimeFigureOut">
              <a:rPr lang="en-US" smtClean="0"/>
              <a:t>3/16/2026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520440" y="6318504"/>
            <a:ext cx="493776" cy="365760"/>
          </a:xfrm>
        </p:spPr>
        <p:txBody>
          <a:bodyPr/>
          <a:lstStyle/>
          <a:p>
            <a:fld id="{5DAD859A-2C66-45B9-9A71-3CF205EC2D4A}" type="slidenum">
              <a:rPr lang="en-US" smtClean="0"/>
              <a:t>‹#›</a:t>
            </a:fld>
            <a:endParaRPr lang="en-US"/>
          </a:p>
        </p:txBody>
      </p:sp>
      <p:sp>
        <p:nvSpPr>
          <p:cNvPr id="10" name="Picture Placeholder 9">
            <a:extLst>
              <a:ext uri="{FF2B5EF4-FFF2-40B4-BE49-F238E27FC236}">
                <a16:creationId xmlns:a16="http://schemas.microsoft.com/office/drawing/2014/main" id="{85A6D87B-55DF-483B-0AF7-E6F2B6041C80}"/>
              </a:ext>
            </a:extLst>
          </p:cNvPr>
          <p:cNvSpPr>
            <a:spLocks noGrp="1"/>
          </p:cNvSpPr>
          <p:nvPr>
            <p:ph type="pic" sz="quarter" idx="15" hasCustomPrompt="1"/>
          </p:nvPr>
        </p:nvSpPr>
        <p:spPr>
          <a:xfrm>
            <a:off x="4802819" y="0"/>
            <a:ext cx="7265819" cy="6858000"/>
          </a:xfrm>
          <a:blipFill dpi="0" rotWithShape="1">
            <a:blip r:embed="rId2">
              <a:alphaModFix amt="70000"/>
            </a:blip>
            <a:srcRect/>
            <a:stretch>
              <a:fillRect/>
            </a:stretch>
          </a:blipFill>
        </p:spPr>
        <p:txBody>
          <a:bodyPr/>
          <a:lstStyle>
            <a:lvl1pPr marL="0" indent="0">
              <a:buNone/>
              <a:defRPr/>
            </a:lvl1pPr>
          </a:lstStyle>
          <a:p>
            <a:r>
              <a:rPr lang="en-US"/>
              <a:t> </a:t>
            </a:r>
          </a:p>
        </p:txBody>
      </p:sp>
      <p:grpSp>
        <p:nvGrpSpPr>
          <p:cNvPr id="11" name="Group 10">
            <a:extLst>
              <a:ext uri="{FF2B5EF4-FFF2-40B4-BE49-F238E27FC236}">
                <a16:creationId xmlns:a16="http://schemas.microsoft.com/office/drawing/2014/main" id="{DCFD1FA7-C4E8-DE5C-3B9D-DCD115B6C327}"/>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12" name="Rectangle 11">
              <a:extLst>
                <a:ext uri="{FF2B5EF4-FFF2-40B4-BE49-F238E27FC236}">
                  <a16:creationId xmlns:a16="http://schemas.microsoft.com/office/drawing/2014/main" id="{4C133272-DC27-4D54-F532-D2039EAA5D95}"/>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9C8420D-B6AB-D6E7-38A4-FFF30B404590}"/>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33763908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65592" y="1008126"/>
            <a:ext cx="3401567" cy="1947672"/>
          </a:xfrm>
        </p:spPr>
        <p:txBody>
          <a:bodyPr anchor="b"/>
          <a:lstStyle/>
          <a:p>
            <a:r>
              <a:rPr lang="en-US"/>
              <a:t>Click to edit Master title style</a:t>
            </a:r>
          </a:p>
        </p:txBody>
      </p:sp>
      <p:sp>
        <p:nvSpPr>
          <p:cNvPr id="10" name="Picture Placeholder 9">
            <a:extLst>
              <a:ext uri="{FF2B5EF4-FFF2-40B4-BE49-F238E27FC236}">
                <a16:creationId xmlns:a16="http://schemas.microsoft.com/office/drawing/2014/main" id="{F93A3E8A-C3F5-3D0B-FDE4-68B52DFE7196}"/>
              </a:ext>
            </a:extLst>
          </p:cNvPr>
          <p:cNvSpPr>
            <a:spLocks noGrp="1"/>
          </p:cNvSpPr>
          <p:nvPr>
            <p:ph type="pic" sz="quarter" idx="15" hasCustomPrompt="1"/>
          </p:nvPr>
        </p:nvSpPr>
        <p:spPr>
          <a:xfrm>
            <a:off x="115866" y="0"/>
            <a:ext cx="7397496" cy="6858000"/>
          </a:xfrm>
          <a:blipFill dpi="0" rotWithShape="1">
            <a:blip r:embed="rId2">
              <a:alphaModFix amt="70000"/>
            </a:blip>
            <a:srcRect/>
            <a:stretch>
              <a:fillRect/>
            </a:stretch>
          </a:blipFill>
        </p:spPr>
        <p:txBody>
          <a:bodyPr/>
          <a:lstStyle>
            <a:lvl1pPr marL="0" indent="0">
              <a:buNone/>
              <a:defRPr/>
            </a:lvl1pPr>
          </a:lstStyle>
          <a:p>
            <a:r>
              <a:rPr lang="en-US"/>
              <a:t> </a:t>
            </a:r>
          </a:p>
        </p:txBody>
      </p:sp>
      <p:grpSp>
        <p:nvGrpSpPr>
          <p:cNvPr id="11" name="Group 10">
            <a:extLst>
              <a:ext uri="{FF2B5EF4-FFF2-40B4-BE49-F238E27FC236}">
                <a16:creationId xmlns:a16="http://schemas.microsoft.com/office/drawing/2014/main" id="{E02754B6-EAB4-945C-FC4E-F8F7D453BCCD}"/>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12" name="Rectangle 11">
              <a:extLst>
                <a:ext uri="{FF2B5EF4-FFF2-40B4-BE49-F238E27FC236}">
                  <a16:creationId xmlns:a16="http://schemas.microsoft.com/office/drawing/2014/main" id="{A699CF6F-40DA-4FCF-FBCF-9907CB96FB76}"/>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7C8A1CA-3094-3344-5C05-30F5E18CD021}"/>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65592" y="3099816"/>
            <a:ext cx="3401567" cy="3054096"/>
          </a:xfrm>
        </p:spPr>
        <p:txBody>
          <a:bodyPr>
            <a:normAutofit/>
          </a:bodyPr>
          <a:lstStyle>
            <a:lvl1pPr marL="0" indent="0">
              <a:buNone/>
              <a:defRPr sz="16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8D8C8E1E-13A9-668C-1F5C-BC271E6A05CF}"/>
              </a:ext>
            </a:extLst>
          </p:cNvPr>
          <p:cNvSpPr>
            <a:spLocks noGrp="1"/>
          </p:cNvSpPr>
          <p:nvPr>
            <p:ph type="ftr" sz="quarter" idx="17"/>
          </p:nvPr>
        </p:nvSpPr>
        <p:spPr>
          <a:xfrm>
            <a:off x="8165592" y="6318504"/>
            <a:ext cx="2331720" cy="365760"/>
          </a:xfrm>
        </p:spPr>
        <p:txBody>
          <a:bodyPr/>
          <a:lstStyle/>
          <a:p>
            <a:endParaRPr lang="en-US"/>
          </a:p>
        </p:txBody>
      </p:sp>
      <p:sp>
        <p:nvSpPr>
          <p:cNvPr id="3" name="Date Placeholder 2">
            <a:extLst>
              <a:ext uri="{FF2B5EF4-FFF2-40B4-BE49-F238E27FC236}">
                <a16:creationId xmlns:a16="http://schemas.microsoft.com/office/drawing/2014/main" id="{99BE2343-B677-7565-070B-CEED0B0D5463}"/>
              </a:ext>
            </a:extLst>
          </p:cNvPr>
          <p:cNvSpPr>
            <a:spLocks noGrp="1"/>
          </p:cNvSpPr>
          <p:nvPr>
            <p:ph type="dt" sz="half" idx="16"/>
          </p:nvPr>
        </p:nvSpPr>
        <p:spPr>
          <a:xfrm>
            <a:off x="10497312" y="6318504"/>
            <a:ext cx="1069847" cy="365760"/>
          </a:xfrm>
        </p:spPr>
        <p:txBody>
          <a:bodyPr/>
          <a:lstStyle/>
          <a:p>
            <a:fld id="{3AEEF7F6-ECFE-4473-B3E9-C91BE833927A}" type="datetimeFigureOut">
              <a:rPr lang="en-US" smtClean="0"/>
              <a:t>3/16/2026</a:t>
            </a:fld>
            <a:endParaRPr lang="en-US"/>
          </a:p>
        </p:txBody>
      </p:sp>
      <p:sp>
        <p:nvSpPr>
          <p:cNvPr id="9" name="Slide Number Placeholder 8">
            <a:extLst>
              <a:ext uri="{FF2B5EF4-FFF2-40B4-BE49-F238E27FC236}">
                <a16:creationId xmlns:a16="http://schemas.microsoft.com/office/drawing/2014/main" id="{394BC881-6669-50F2-64F2-57BD81A93BCE}"/>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56336097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4956312"/>
            <a:ext cx="3647839" cy="1420235"/>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1"/>
            <a:ext cx="12192000" cy="4591025"/>
          </a:xfrm>
          <a:blipFill dpi="0" rotWithShape="1">
            <a:blip r:embed="rId2">
              <a:alphaModFix amt="70000"/>
            </a:blip>
            <a:srcRect/>
            <a:stretch>
              <a:fillRect/>
            </a:stretch>
          </a:blipFill>
        </p:spPr>
        <p:txBody>
          <a:bodyPr/>
          <a:lstStyle>
            <a:lvl1pPr marL="0" indent="0">
              <a:buNone/>
              <a:defRPr/>
            </a:lvl1pPr>
          </a:lstStyle>
          <a:p>
            <a:r>
              <a:rPr lang="en-US"/>
              <a:t> </a:t>
            </a:r>
          </a:p>
        </p:txBody>
      </p:sp>
      <p:grpSp>
        <p:nvGrpSpPr>
          <p:cNvPr id="9" name="Group 8">
            <a:extLst>
              <a:ext uri="{FF2B5EF4-FFF2-40B4-BE49-F238E27FC236}">
                <a16:creationId xmlns:a16="http://schemas.microsoft.com/office/drawing/2014/main" id="{7A6CD91D-B3A8-3626-F189-B9F77A315DD9}"/>
              </a:ext>
              <a:ext uri="{C183D7F6-B498-43B3-948B-1728B52AA6E4}">
                <adec:decorative xmlns:adec="http://schemas.microsoft.com/office/drawing/2017/decorative" val="1"/>
              </a:ext>
            </a:extLst>
          </p:cNvPr>
          <p:cNvGrpSpPr/>
          <p:nvPr/>
        </p:nvGrpSpPr>
        <p:grpSpPr>
          <a:xfrm rot="10800000">
            <a:off x="0" y="4591027"/>
            <a:ext cx="12198096" cy="123363"/>
            <a:chOff x="-5025" y="6737718"/>
            <a:chExt cx="12207200" cy="123363"/>
          </a:xfrm>
        </p:grpSpPr>
        <p:sp>
          <p:nvSpPr>
            <p:cNvPr id="10" name="Rectangle 9">
              <a:extLst>
                <a:ext uri="{FF2B5EF4-FFF2-40B4-BE49-F238E27FC236}">
                  <a16:creationId xmlns:a16="http://schemas.microsoft.com/office/drawing/2014/main" id="{6869147E-E51A-3B94-6CD8-EE629F879704}"/>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DCD771F-7FFC-BCEC-B388-8883BD9CBC61}"/>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257800" y="4956312"/>
            <a:ext cx="6309360" cy="1420235"/>
          </a:xfrm>
        </p:spPr>
        <p:txBody>
          <a:bodyPr>
            <a:norm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AEEF7F6-ECFE-4473-B3E9-C91BE833927A}" type="datetimeFigureOut">
              <a:rPr lang="en-US" smtClean="0"/>
              <a:t>3/16/2026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93315113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4093596"/>
            <a:ext cx="2953618" cy="2007912"/>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12" name="Picture Placeholder 11">
            <a:extLst>
              <a:ext uri="{FF2B5EF4-FFF2-40B4-BE49-F238E27FC236}">
                <a16:creationId xmlns:a16="http://schemas.microsoft.com/office/drawing/2014/main" id="{B8FB154D-4A60-735B-FA5C-F17F96D0F7DD}"/>
              </a:ext>
            </a:extLst>
          </p:cNvPr>
          <p:cNvSpPr>
            <a:spLocks noGrp="1"/>
          </p:cNvSpPr>
          <p:nvPr>
            <p:ph type="pic" sz="quarter" idx="15" hasCustomPrompt="1"/>
          </p:nvPr>
        </p:nvSpPr>
        <p:spPr>
          <a:xfrm>
            <a:off x="0" y="0"/>
            <a:ext cx="12192000" cy="3700807"/>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68555" y="4093596"/>
            <a:ext cx="7298605" cy="2289578"/>
          </a:xfrm>
        </p:spPr>
        <p:txBody>
          <a:bodyPr>
            <a:norm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400"/>
            </a:lvl4pPr>
            <a:lvl5pPr marL="1085850" indent="-171450">
              <a:buFont typeface="Arial" panose="020B0604020202020204" pitchFamily="34" charset="0"/>
              <a:buChar cha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13">
            <a:extLst>
              <a:ext uri="{FF2B5EF4-FFF2-40B4-BE49-F238E27FC236}">
                <a16:creationId xmlns:a16="http://schemas.microsoft.com/office/drawing/2014/main" id="{3BD91724-58CE-FA68-1E24-9CD57621C129}"/>
              </a:ext>
            </a:extLst>
          </p:cNvPr>
          <p:cNvSpPr>
            <a:spLocks noGrp="1"/>
          </p:cNvSpPr>
          <p:nvPr>
            <p:ph type="ftr" sz="quarter" idx="17"/>
          </p:nvPr>
        </p:nvSpPr>
        <p:spPr/>
        <p:txBody>
          <a:bodyPr/>
          <a:lstStyle/>
          <a:p>
            <a:endParaRPr lang="en-US"/>
          </a:p>
        </p:txBody>
      </p:sp>
      <p:sp>
        <p:nvSpPr>
          <p:cNvPr id="13" name="Date Placeholder 12">
            <a:extLst>
              <a:ext uri="{FF2B5EF4-FFF2-40B4-BE49-F238E27FC236}">
                <a16:creationId xmlns:a16="http://schemas.microsoft.com/office/drawing/2014/main" id="{9AA293A1-7F80-90D9-D8FF-27238ADD7956}"/>
              </a:ext>
            </a:extLst>
          </p:cNvPr>
          <p:cNvSpPr>
            <a:spLocks noGrp="1"/>
          </p:cNvSpPr>
          <p:nvPr>
            <p:ph type="dt" sz="half" idx="16"/>
          </p:nvPr>
        </p:nvSpPr>
        <p:spPr/>
        <p:txBody>
          <a:bodyPr/>
          <a:lstStyle/>
          <a:p>
            <a:fld id="{3AEEF7F6-ECFE-4473-B3E9-C91BE833927A}" type="datetimeFigureOut">
              <a:rPr lang="en-US" smtClean="0"/>
              <a:t>3/16/2026</a:t>
            </a:fld>
            <a:endParaRPr lang="en-US"/>
          </a:p>
        </p:txBody>
      </p:sp>
      <p:sp>
        <p:nvSpPr>
          <p:cNvPr id="15" name="Slide Number Placeholder 14">
            <a:extLst>
              <a:ext uri="{FF2B5EF4-FFF2-40B4-BE49-F238E27FC236}">
                <a16:creationId xmlns:a16="http://schemas.microsoft.com/office/drawing/2014/main" id="{3B9AC797-2D9B-C7AC-550D-157FEDA3800D}"/>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416469467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0333CDCF-1D03-5851-5ADE-6C229D9C93F1}"/>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12" name="Rectangle 11">
              <a:extLst>
                <a:ext uri="{FF2B5EF4-FFF2-40B4-BE49-F238E27FC236}">
                  <a16:creationId xmlns:a16="http://schemas.microsoft.com/office/drawing/2014/main" id="{436CADBC-4985-70E0-56BE-1C8385BBCBD0}"/>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31B3299-F1D4-88B7-5B22-7D623606691F}"/>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87978"/>
            <a:ext cx="10954512" cy="969264"/>
          </a:xfrm>
        </p:spPr>
        <p:txBody>
          <a:bodyPr anchor="ctr"/>
          <a:lstStyle/>
          <a:p>
            <a:r>
              <a:rPr lang="en-US"/>
              <a:t>Click to edit Master title style</a:t>
            </a:r>
          </a:p>
        </p:txBody>
      </p:sp>
      <p:sp>
        <p:nvSpPr>
          <p:cNvPr id="9" name="Picture Placeholder 8">
            <a:extLst>
              <a:ext uri="{FF2B5EF4-FFF2-40B4-BE49-F238E27FC236}">
                <a16:creationId xmlns:a16="http://schemas.microsoft.com/office/drawing/2014/main" id="{65C3B04B-96C8-DA90-9593-3508CE34B4EE}"/>
              </a:ext>
            </a:extLst>
          </p:cNvPr>
          <p:cNvSpPr>
            <a:spLocks noGrp="1"/>
          </p:cNvSpPr>
          <p:nvPr>
            <p:ph type="pic" sz="quarter" idx="15" hasCustomPrompt="1"/>
          </p:nvPr>
        </p:nvSpPr>
        <p:spPr>
          <a:xfrm>
            <a:off x="612648" y="1801367"/>
            <a:ext cx="6550152" cy="4489704"/>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848600" y="1801367"/>
            <a:ext cx="3718561" cy="448970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2E02B3BF-7794-675C-7382-345519B43BE3}"/>
              </a:ext>
            </a:extLst>
          </p:cNvPr>
          <p:cNvSpPr>
            <a:spLocks noGrp="1"/>
          </p:cNvSpPr>
          <p:nvPr>
            <p:ph type="ftr" sz="quarter" idx="17"/>
          </p:nvPr>
        </p:nvSpPr>
        <p:spPr/>
        <p:txBody>
          <a:bodyPr/>
          <a:lstStyle/>
          <a:p>
            <a:endParaRPr lang="en-US"/>
          </a:p>
        </p:txBody>
      </p:sp>
      <p:sp>
        <p:nvSpPr>
          <p:cNvPr id="3" name="Date Placeholder 2">
            <a:extLst>
              <a:ext uri="{FF2B5EF4-FFF2-40B4-BE49-F238E27FC236}">
                <a16:creationId xmlns:a16="http://schemas.microsoft.com/office/drawing/2014/main" id="{08303468-1991-7CCF-2C67-0B5A3850BAD1}"/>
              </a:ext>
            </a:extLst>
          </p:cNvPr>
          <p:cNvSpPr>
            <a:spLocks noGrp="1"/>
          </p:cNvSpPr>
          <p:nvPr>
            <p:ph type="dt" sz="half" idx="16"/>
          </p:nvPr>
        </p:nvSpPr>
        <p:spPr/>
        <p:txBody>
          <a:bodyPr/>
          <a:lstStyle/>
          <a:p>
            <a:fld id="{3AEEF7F6-ECFE-4473-B3E9-C91BE833927A}" type="datetimeFigureOut">
              <a:rPr lang="en-US" smtClean="0"/>
              <a:t>3/16/2026</a:t>
            </a:fld>
            <a:endParaRPr lang="en-US"/>
          </a:p>
        </p:txBody>
      </p:sp>
      <p:sp>
        <p:nvSpPr>
          <p:cNvPr id="10" name="Slide Number Placeholder 9">
            <a:extLst>
              <a:ext uri="{FF2B5EF4-FFF2-40B4-BE49-F238E27FC236}">
                <a16:creationId xmlns:a16="http://schemas.microsoft.com/office/drawing/2014/main" id="{5AF75D71-C32E-4EF6-2C8E-B5F29DBF4D14}"/>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410032899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6287667-A4F8-6B7A-7C1E-415768F3B3AA}"/>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9" name="Rectangle 8">
              <a:extLst>
                <a:ext uri="{FF2B5EF4-FFF2-40B4-BE49-F238E27FC236}">
                  <a16:creationId xmlns:a16="http://schemas.microsoft.com/office/drawing/2014/main" id="{860F260A-40A1-ED4C-F5A8-F915D3BDB7F5}"/>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79CD2C2-2541-1223-03B1-97955C134718}"/>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4669536" cy="1453896"/>
          </a:xfrm>
        </p:spPr>
        <p:txBody>
          <a:bodyPr anchor="t"/>
          <a:lstStyle/>
          <a:p>
            <a:r>
              <a:rPr lang="en-US"/>
              <a:t>Click to edit Master title style</a:t>
            </a:r>
          </a:p>
        </p:txBody>
      </p:sp>
      <p:sp>
        <p:nvSpPr>
          <p:cNvPr id="4" name="Picture Placeholder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612648" y="2293938"/>
            <a:ext cx="4669536" cy="4024566"/>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02919"/>
            <a:ext cx="5471160" cy="58155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10">
            <a:extLst>
              <a:ext uri="{FF2B5EF4-FFF2-40B4-BE49-F238E27FC236}">
                <a16:creationId xmlns:a16="http://schemas.microsoft.com/office/drawing/2014/main" id="{F3134235-8D6E-735A-EBA0-BA533F60F020}"/>
              </a:ext>
            </a:extLst>
          </p:cNvPr>
          <p:cNvSpPr>
            <a:spLocks noGrp="1"/>
          </p:cNvSpPr>
          <p:nvPr>
            <p:ph type="ftr" sz="quarter" idx="17"/>
          </p:nvPr>
        </p:nvSpPr>
        <p:spPr/>
        <p:txBody>
          <a:bodyPr/>
          <a:lstStyle/>
          <a:p>
            <a:endParaRPr lang="en-US"/>
          </a:p>
        </p:txBody>
      </p:sp>
      <p:sp>
        <p:nvSpPr>
          <p:cNvPr id="10" name="Date Placeholder 9">
            <a:extLst>
              <a:ext uri="{FF2B5EF4-FFF2-40B4-BE49-F238E27FC236}">
                <a16:creationId xmlns:a16="http://schemas.microsoft.com/office/drawing/2014/main" id="{9D2F68ED-5552-E109-B7F4-671217CABF2D}"/>
              </a:ext>
            </a:extLst>
          </p:cNvPr>
          <p:cNvSpPr>
            <a:spLocks noGrp="1"/>
          </p:cNvSpPr>
          <p:nvPr>
            <p:ph type="dt" sz="half" idx="16"/>
          </p:nvPr>
        </p:nvSpPr>
        <p:spPr/>
        <p:txBody>
          <a:bodyPr/>
          <a:lstStyle/>
          <a:p>
            <a:fld id="{3AEEF7F6-ECFE-4473-B3E9-C91BE833927A}" type="datetimeFigureOut">
              <a:rPr lang="en-US" smtClean="0"/>
              <a:t>3/16/2026</a:t>
            </a:fld>
            <a:endParaRPr lang="en-US"/>
          </a:p>
        </p:txBody>
      </p:sp>
      <p:sp>
        <p:nvSpPr>
          <p:cNvPr id="12" name="Slide Number Placeholder 11">
            <a:extLst>
              <a:ext uri="{FF2B5EF4-FFF2-40B4-BE49-F238E27FC236}">
                <a16:creationId xmlns:a16="http://schemas.microsoft.com/office/drawing/2014/main" id="{573B9B49-4584-CFEF-738F-BE68D009CEA3}"/>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70059548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53C02DA-0C9D-12C9-42BB-CC4820B41CF2}"/>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0" name="Rectangle 9">
              <a:extLst>
                <a:ext uri="{FF2B5EF4-FFF2-40B4-BE49-F238E27FC236}">
                  <a16:creationId xmlns:a16="http://schemas.microsoft.com/office/drawing/2014/main" id="{43680A20-A590-D755-5AA0-BAF1B1402907}"/>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6CA06CF-7B14-32D2-2412-3434710512EF}"/>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3645980" cy="1453896"/>
          </a:xfrm>
        </p:spPr>
        <p:txBody>
          <a:bodyPr anchor="t"/>
          <a:lstStyle/>
          <a:p>
            <a:r>
              <a:rPr lang="en-US"/>
              <a:t>Click to edit Master title style</a:t>
            </a:r>
          </a:p>
        </p:txBody>
      </p:sp>
      <p:sp>
        <p:nvSpPr>
          <p:cNvPr id="4" name="Picture Placeholder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612648" y="2293938"/>
            <a:ext cx="3645980" cy="4024565"/>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212227" y="502919"/>
            <a:ext cx="6354933" cy="58155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11">
            <a:extLst>
              <a:ext uri="{FF2B5EF4-FFF2-40B4-BE49-F238E27FC236}">
                <a16:creationId xmlns:a16="http://schemas.microsoft.com/office/drawing/2014/main" id="{0BFB2EA8-AADE-E8CD-890F-EA9F9968B253}"/>
              </a:ext>
            </a:extLst>
          </p:cNvPr>
          <p:cNvSpPr>
            <a:spLocks noGrp="1"/>
          </p:cNvSpPr>
          <p:nvPr>
            <p:ph type="ftr" sz="quarter" idx="17"/>
          </p:nvPr>
        </p:nvSpPr>
        <p:spPr/>
        <p:txBody>
          <a:bodyPr/>
          <a:lstStyle/>
          <a:p>
            <a:endParaRPr lang="en-US"/>
          </a:p>
        </p:txBody>
      </p:sp>
      <p:sp>
        <p:nvSpPr>
          <p:cNvPr id="3" name="Date Placeholder 2">
            <a:extLst>
              <a:ext uri="{FF2B5EF4-FFF2-40B4-BE49-F238E27FC236}">
                <a16:creationId xmlns:a16="http://schemas.microsoft.com/office/drawing/2014/main" id="{FB8772B0-B493-B608-E389-35329DEF2016}"/>
              </a:ext>
            </a:extLst>
          </p:cNvPr>
          <p:cNvSpPr>
            <a:spLocks noGrp="1"/>
          </p:cNvSpPr>
          <p:nvPr>
            <p:ph type="dt" sz="half" idx="16"/>
          </p:nvPr>
        </p:nvSpPr>
        <p:spPr/>
        <p:txBody>
          <a:bodyPr/>
          <a:lstStyle/>
          <a:p>
            <a:fld id="{3AEEF7F6-ECFE-4473-B3E9-C91BE833927A}" type="datetimeFigureOut">
              <a:rPr lang="en-US" smtClean="0"/>
              <a:t>3/16/2026</a:t>
            </a:fld>
            <a:endParaRPr lang="en-US"/>
          </a:p>
        </p:txBody>
      </p:sp>
      <p:sp>
        <p:nvSpPr>
          <p:cNvPr id="13" name="Slide Number Placeholder 12">
            <a:extLst>
              <a:ext uri="{FF2B5EF4-FFF2-40B4-BE49-F238E27FC236}">
                <a16:creationId xmlns:a16="http://schemas.microsoft.com/office/drawing/2014/main" id="{D854D38F-A697-A216-CCCB-0C1A9DCBD2FC}"/>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24665539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Number Large">
    <p:bg>
      <p:bgRef idx="1001">
        <a:schemeClr val="bg1"/>
      </p:bgRef>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0B93BC13-F3D8-0BDA-D1BF-7B8E455AC066}"/>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7362B5B-CACD-7203-74DE-7B0BBF7D69CE}"/>
              </a:ext>
            </a:extLst>
          </p:cNvPr>
          <p:cNvGrpSpPr/>
          <p:nvPr/>
        </p:nvGrpSpPr>
        <p:grpSpPr>
          <a:xfrm>
            <a:off x="-22276" y="-6922"/>
            <a:ext cx="12214276" cy="6869101"/>
            <a:chOff x="-22276" y="-6922"/>
            <a:chExt cx="12214276" cy="6869101"/>
          </a:xfrm>
        </p:grpSpPr>
        <p:sp>
          <p:nvSpPr>
            <p:cNvPr id="9" name="Rectangle 8">
              <a:extLst>
                <a:ext uri="{FF2B5EF4-FFF2-40B4-BE49-F238E27FC236}">
                  <a16:creationId xmlns:a16="http://schemas.microsoft.com/office/drawing/2014/main" id="{7D6A753B-AD01-7A7A-4F2D-C75592EC67B9}"/>
                </a:ext>
              </a:extLst>
            </p:cNvPr>
            <p:cNvSpPr/>
            <p:nvPr/>
          </p:nvSpPr>
          <p:spPr>
            <a:xfrm rot="5400000">
              <a:off x="2655863" y="-2678137"/>
              <a:ext cx="6857999" cy="12214275"/>
            </a:xfrm>
            <a:prstGeom prst="rect">
              <a:avLst/>
            </a:prstGeom>
            <a:gradFill>
              <a:gsLst>
                <a:gs pos="0">
                  <a:schemeClr val="accent2"/>
                </a:gs>
                <a:gs pos="93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10" name="Rectangle 9">
              <a:extLst>
                <a:ext uri="{FF2B5EF4-FFF2-40B4-BE49-F238E27FC236}">
                  <a16:creationId xmlns:a16="http://schemas.microsoft.com/office/drawing/2014/main" id="{33E82525-BA9A-AA08-8DF0-B77178C6BC45}"/>
                </a:ext>
              </a:extLst>
            </p:cNvPr>
            <p:cNvSpPr/>
            <p:nvPr/>
          </p:nvSpPr>
          <p:spPr>
            <a:xfrm rot="16200000">
              <a:off x="3197276" y="-2132545"/>
              <a:ext cx="6850175" cy="11139273"/>
            </a:xfrm>
            <a:prstGeom prst="rect">
              <a:avLst/>
            </a:prstGeom>
            <a:gradFill flip="none" rotWithShape="1">
              <a:gsLst>
                <a:gs pos="0">
                  <a:schemeClr val="accent5">
                    <a:lumMod val="75000"/>
                  </a:schemeClr>
                </a:gs>
                <a:gs pos="32000">
                  <a:schemeClr val="accent5">
                    <a:alpha val="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11" name="Rectangle 10">
              <a:extLst>
                <a:ext uri="{FF2B5EF4-FFF2-40B4-BE49-F238E27FC236}">
                  <a16:creationId xmlns:a16="http://schemas.microsoft.com/office/drawing/2014/main" id="{0A4B5202-8712-82B4-1B42-E7E4336E8698}"/>
                </a:ext>
              </a:extLst>
            </p:cNvPr>
            <p:cNvSpPr/>
            <p:nvPr/>
          </p:nvSpPr>
          <p:spPr>
            <a:xfrm flipH="1">
              <a:off x="-22276" y="-6922"/>
              <a:ext cx="3849318" cy="6864922"/>
            </a:xfrm>
            <a:prstGeom prst="rect">
              <a:avLst/>
            </a:prstGeom>
            <a:gradFill>
              <a:gsLst>
                <a:gs pos="0">
                  <a:schemeClr val="accent5">
                    <a:lumMod val="75000"/>
                  </a:schemeClr>
                </a:gs>
                <a:gs pos="48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12" name="Rectangle 11">
              <a:extLst>
                <a:ext uri="{FF2B5EF4-FFF2-40B4-BE49-F238E27FC236}">
                  <a16:creationId xmlns:a16="http://schemas.microsoft.com/office/drawing/2014/main" id="{D95172D8-9117-7FB7-2347-567B5663C510}"/>
                </a:ext>
                <a:ext uri="{C183D7F6-B498-43B3-948B-1728B52AA6E4}">
                  <adec:decorative xmlns:adec="http://schemas.microsoft.com/office/drawing/2017/decorative" val="1"/>
                </a:ext>
              </a:extLst>
            </p:cNvPr>
            <p:cNvSpPr/>
            <p:nvPr/>
          </p:nvSpPr>
          <p:spPr>
            <a:xfrm rot="5400000">
              <a:off x="6189691" y="-743112"/>
              <a:ext cx="5263375" cy="6741243"/>
            </a:xfrm>
            <a:prstGeom prst="rect">
              <a:avLst/>
            </a:prstGeom>
            <a:gradFill flip="none" rotWithShape="1">
              <a:gsLst>
                <a:gs pos="2000">
                  <a:schemeClr val="accent5">
                    <a:lumMod val="60000"/>
                    <a:lumOff val="40000"/>
                    <a:alpha val="68000"/>
                  </a:schemeClr>
                </a:gs>
                <a:gs pos="48000">
                  <a:schemeClr val="accent5">
                    <a:lumMod val="60000"/>
                    <a:lumOff val="40000"/>
                    <a:alpha val="0"/>
                  </a:schemeClr>
                </a:gs>
              </a:gsLst>
              <a:lin ang="18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grpSp>
      <p:sp>
        <p:nvSpPr>
          <p:cNvPr id="2" name="Title 1">
            <a:extLst>
              <a:ext uri="{FF2B5EF4-FFF2-40B4-BE49-F238E27FC236}">
                <a16:creationId xmlns:a16="http://schemas.microsoft.com/office/drawing/2014/main" id="{A13BB35F-4BB0-2BB5-FD14-127AFB001957}"/>
              </a:ext>
            </a:extLst>
          </p:cNvPr>
          <p:cNvSpPr>
            <a:spLocks noGrp="1"/>
          </p:cNvSpPr>
          <p:nvPr>
            <p:ph type="title"/>
          </p:nvPr>
        </p:nvSpPr>
        <p:spPr>
          <a:xfrm>
            <a:off x="1143000" y="4928616"/>
            <a:ext cx="9912096" cy="1545336"/>
          </a:xfrm>
        </p:spPr>
        <p:txBody>
          <a:bodyPr anchor="t">
            <a:normAutofit/>
          </a:bodyPr>
          <a:lstStyle>
            <a:lvl1pPr algn="ctr">
              <a:lnSpc>
                <a:spcPct val="120000"/>
              </a:lnSpc>
              <a:defRPr sz="2800">
                <a:solidFill>
                  <a:schemeClr val="tx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887C9CAD-F25A-225B-E7BA-4503FD713A44}"/>
              </a:ext>
            </a:extLst>
          </p:cNvPr>
          <p:cNvSpPr>
            <a:spLocks noGrp="1"/>
          </p:cNvSpPr>
          <p:nvPr>
            <p:ph sz="quarter" idx="13" hasCustomPrompt="1"/>
          </p:nvPr>
        </p:nvSpPr>
        <p:spPr>
          <a:xfrm>
            <a:off x="530352" y="978408"/>
            <a:ext cx="11137392" cy="4114800"/>
          </a:xfrm>
        </p:spPr>
        <p:txBody>
          <a:bodyPr anchor="b">
            <a:normAutofit/>
          </a:bodyPr>
          <a:lstStyle>
            <a:lvl1pPr marL="0" indent="0" algn="ctr">
              <a:lnSpc>
                <a:spcPct val="90000"/>
              </a:lnSpc>
              <a:buNone/>
              <a:defRPr sz="27800" b="1">
                <a:solidFill>
                  <a:schemeClr val="tx1"/>
                </a:solidFill>
              </a:defRPr>
            </a:lvl1pPr>
          </a:lstStyle>
          <a:p>
            <a:pPr lvl="0"/>
            <a:r>
              <a:rPr lang="en-US"/>
              <a:t>##%</a:t>
            </a:r>
          </a:p>
        </p:txBody>
      </p:sp>
      <p:sp>
        <p:nvSpPr>
          <p:cNvPr id="3" name="Footer Placeholder 2">
            <a:extLst>
              <a:ext uri="{FF2B5EF4-FFF2-40B4-BE49-F238E27FC236}">
                <a16:creationId xmlns:a16="http://schemas.microsoft.com/office/drawing/2014/main" id="{31932224-E515-4E44-2832-0D5E94847CF7}"/>
              </a:ext>
            </a:extLst>
          </p:cNvPr>
          <p:cNvSpPr>
            <a:spLocks noGrp="1"/>
          </p:cNvSpPr>
          <p:nvPr>
            <p:ph type="ftr" sz="quarter" idx="10"/>
          </p:nvPr>
        </p:nvSpPr>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9E371D16-7052-CB51-10DB-659F8F77B25F}"/>
              </a:ext>
            </a:extLst>
          </p:cNvPr>
          <p:cNvSpPr>
            <a:spLocks noGrp="1"/>
          </p:cNvSpPr>
          <p:nvPr>
            <p:ph type="dt" sz="half" idx="11"/>
          </p:nvPr>
        </p:nvSpPr>
        <p:spPr/>
        <p:txBody>
          <a:bodyPr/>
          <a:lstStyle>
            <a:lvl1pPr>
              <a:defRPr>
                <a:solidFill>
                  <a:schemeClr val="tx1"/>
                </a:solidFill>
              </a:defRPr>
            </a:lvl1pPr>
          </a:lstStyle>
          <a:p>
            <a:fld id="{3AEEF7F6-ECFE-4473-B3E9-C91BE833927A}" type="datetimeFigureOut">
              <a:rPr lang="en-US" smtClean="0"/>
              <a:t>3/16/2026</a:t>
            </a:fld>
            <a:endParaRPr lang="en-US"/>
          </a:p>
        </p:txBody>
      </p:sp>
      <p:sp>
        <p:nvSpPr>
          <p:cNvPr id="5" name="Slide Number Placeholder 4">
            <a:extLst>
              <a:ext uri="{FF2B5EF4-FFF2-40B4-BE49-F238E27FC236}">
                <a16:creationId xmlns:a16="http://schemas.microsoft.com/office/drawing/2014/main" id="{85B132CC-C4B7-E2AF-5520-00C69FF37620}"/>
              </a:ext>
            </a:extLst>
          </p:cNvPr>
          <p:cNvSpPr>
            <a:spLocks noGrp="1"/>
          </p:cNvSpPr>
          <p:nvPr>
            <p:ph type="sldNum" sz="quarter" idx="12"/>
          </p:nvPr>
        </p:nvSpPr>
        <p:spPr/>
        <p:txBody>
          <a:bodyPr/>
          <a:lstStyle>
            <a:lvl1pPr>
              <a:defRPr>
                <a:solidFill>
                  <a:schemeClr val="tx1"/>
                </a:solidFill>
              </a:defRPr>
            </a:lvl1pPr>
          </a:lstStyle>
          <a:p>
            <a:fld id="{5DAD859A-2C66-45B9-9A71-3CF205EC2D4A}" type="slidenum">
              <a:rPr lang="en-US" smtClean="0"/>
              <a:t>‹#›</a:t>
            </a:fld>
            <a:endParaRPr lang="en-US"/>
          </a:p>
        </p:txBody>
      </p:sp>
    </p:spTree>
    <p:extLst>
      <p:ext uri="{BB962C8B-B14F-4D97-AF65-F5344CB8AC3E}">
        <p14:creationId xmlns:p14="http://schemas.microsoft.com/office/powerpoint/2010/main" val="2558028803"/>
      </p:ext>
    </p:extLst>
  </p:cSld>
  <p:clrMapOvr>
    <a:overrideClrMapping bg1="dk1" tx1="lt1" bg2="dk2" tx2="lt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Number Larg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BB35F-4BB0-2BB5-FD14-127AFB001957}"/>
              </a:ext>
            </a:extLst>
          </p:cNvPr>
          <p:cNvSpPr>
            <a:spLocks noGrp="1"/>
          </p:cNvSpPr>
          <p:nvPr>
            <p:ph type="title"/>
          </p:nvPr>
        </p:nvSpPr>
        <p:spPr>
          <a:xfrm>
            <a:off x="612648" y="4718304"/>
            <a:ext cx="6281928" cy="1353312"/>
          </a:xfrm>
        </p:spPr>
        <p:txBody>
          <a:bodyPr vert="horz" lIns="91440" tIns="45720" rIns="91440" bIns="45720" rtlCol="0" anchor="t">
            <a:normAutofit/>
          </a:bodyPr>
          <a:lstStyle>
            <a:lvl1pPr>
              <a:lnSpc>
                <a:spcPct val="120000"/>
              </a:lnSpc>
              <a:defRPr lang="en-US" sz="2800" dirty="0"/>
            </a:lvl1pPr>
          </a:lstStyle>
          <a:p>
            <a:pPr lvl="0"/>
            <a:r>
              <a:rPr lang="en-US"/>
              <a:t>Click to edit Master title style</a:t>
            </a:r>
          </a:p>
        </p:txBody>
      </p:sp>
      <p:sp>
        <p:nvSpPr>
          <p:cNvPr id="7" name="Content Placeholder 6">
            <a:extLst>
              <a:ext uri="{FF2B5EF4-FFF2-40B4-BE49-F238E27FC236}">
                <a16:creationId xmlns:a16="http://schemas.microsoft.com/office/drawing/2014/main" id="{887C9CAD-F25A-225B-E7BA-4503FD713A44}"/>
              </a:ext>
            </a:extLst>
          </p:cNvPr>
          <p:cNvSpPr>
            <a:spLocks noGrp="1"/>
          </p:cNvSpPr>
          <p:nvPr>
            <p:ph sz="quarter" idx="13" hasCustomPrompt="1"/>
          </p:nvPr>
        </p:nvSpPr>
        <p:spPr>
          <a:xfrm>
            <a:off x="521208" y="786384"/>
            <a:ext cx="11155680" cy="4334256"/>
          </a:xfrm>
        </p:spPr>
        <p:txBody>
          <a:bodyPr vert="horz" lIns="91440" tIns="45720" rIns="91440" bIns="45720" rtlCol="0" anchor="b">
            <a:normAutofit/>
          </a:bodyPr>
          <a:lstStyle>
            <a:lvl1pPr marL="0" indent="0">
              <a:buNone/>
              <a:defRPr lang="en-US" sz="27800" b="1" dirty="0">
                <a:gradFill>
                  <a:gsLst>
                    <a:gs pos="0">
                      <a:schemeClr val="accent2"/>
                    </a:gs>
                    <a:gs pos="100000">
                      <a:schemeClr val="accent5"/>
                    </a:gs>
                  </a:gsLst>
                  <a:lin ang="4200000" scaled="0"/>
                </a:gradFill>
              </a:defRPr>
            </a:lvl1pPr>
          </a:lstStyle>
          <a:p>
            <a:pPr lvl="0"/>
            <a:r>
              <a:rPr lang="en-US"/>
              <a:t>##%</a:t>
            </a:r>
          </a:p>
        </p:txBody>
      </p:sp>
      <p:sp>
        <p:nvSpPr>
          <p:cNvPr id="14" name="Footer Placeholder 13">
            <a:extLst>
              <a:ext uri="{FF2B5EF4-FFF2-40B4-BE49-F238E27FC236}">
                <a16:creationId xmlns:a16="http://schemas.microsoft.com/office/drawing/2014/main" id="{06AFD340-D045-A82B-779A-CCE82B04A257}"/>
              </a:ext>
            </a:extLst>
          </p:cNvPr>
          <p:cNvSpPr>
            <a:spLocks noGrp="1"/>
          </p:cNvSpPr>
          <p:nvPr>
            <p:ph type="ftr" sz="quarter" idx="15"/>
          </p:nvPr>
        </p:nvSpPr>
        <p:spPr/>
        <p:txBody>
          <a:bodyPr/>
          <a:lstStyle/>
          <a:p>
            <a:endParaRPr lang="en-US"/>
          </a:p>
        </p:txBody>
      </p:sp>
      <p:sp>
        <p:nvSpPr>
          <p:cNvPr id="6" name="Date Placeholder 5">
            <a:extLst>
              <a:ext uri="{FF2B5EF4-FFF2-40B4-BE49-F238E27FC236}">
                <a16:creationId xmlns:a16="http://schemas.microsoft.com/office/drawing/2014/main" id="{418D0173-56FC-C02C-32BA-73DB1BA380C4}"/>
              </a:ext>
            </a:extLst>
          </p:cNvPr>
          <p:cNvSpPr>
            <a:spLocks noGrp="1"/>
          </p:cNvSpPr>
          <p:nvPr>
            <p:ph type="dt" sz="half" idx="14"/>
          </p:nvPr>
        </p:nvSpPr>
        <p:spPr/>
        <p:txBody>
          <a:bodyPr/>
          <a:lstStyle/>
          <a:p>
            <a:fld id="{3AEEF7F6-ECFE-4473-B3E9-C91BE833927A}" type="datetimeFigureOut">
              <a:rPr lang="en-US" smtClean="0"/>
              <a:t>3/16/2026</a:t>
            </a:fld>
            <a:endParaRPr lang="en-US"/>
          </a:p>
        </p:txBody>
      </p:sp>
      <p:sp>
        <p:nvSpPr>
          <p:cNvPr id="15" name="Slide Number Placeholder 14">
            <a:extLst>
              <a:ext uri="{FF2B5EF4-FFF2-40B4-BE49-F238E27FC236}">
                <a16:creationId xmlns:a16="http://schemas.microsoft.com/office/drawing/2014/main" id="{1B246833-56EB-2252-BAD6-8D369F554831}"/>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4429919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Number Larg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BB35F-4BB0-2BB5-FD14-127AFB001957}"/>
              </a:ext>
            </a:extLst>
          </p:cNvPr>
          <p:cNvSpPr>
            <a:spLocks noGrp="1"/>
          </p:cNvSpPr>
          <p:nvPr>
            <p:ph type="title"/>
          </p:nvPr>
        </p:nvSpPr>
        <p:spPr>
          <a:xfrm>
            <a:off x="612648" y="4983480"/>
            <a:ext cx="6281928" cy="1353312"/>
          </a:xfrm>
        </p:spPr>
        <p:txBody>
          <a:bodyPr vert="horz" lIns="91440" tIns="45720" rIns="91440" bIns="45720" rtlCol="0" anchor="b">
            <a:normAutofit/>
          </a:bodyPr>
          <a:lstStyle>
            <a:lvl1pPr>
              <a:lnSpc>
                <a:spcPct val="120000"/>
              </a:lnSpc>
              <a:defRPr lang="en-US" sz="2800" dirty="0"/>
            </a:lvl1pPr>
          </a:lstStyle>
          <a:p>
            <a:pPr lvl="0"/>
            <a:r>
              <a:rPr lang="en-US"/>
              <a:t>Click to edit Master title style</a:t>
            </a:r>
          </a:p>
        </p:txBody>
      </p:sp>
      <p:sp>
        <p:nvSpPr>
          <p:cNvPr id="7" name="Content Placeholder 6">
            <a:extLst>
              <a:ext uri="{FF2B5EF4-FFF2-40B4-BE49-F238E27FC236}">
                <a16:creationId xmlns:a16="http://schemas.microsoft.com/office/drawing/2014/main" id="{887C9CAD-F25A-225B-E7BA-4503FD713A44}"/>
              </a:ext>
            </a:extLst>
          </p:cNvPr>
          <p:cNvSpPr>
            <a:spLocks noGrp="1"/>
          </p:cNvSpPr>
          <p:nvPr>
            <p:ph sz="quarter" idx="13" hasCustomPrompt="1"/>
          </p:nvPr>
        </p:nvSpPr>
        <p:spPr>
          <a:xfrm>
            <a:off x="457200" y="182880"/>
            <a:ext cx="11247120" cy="4974336"/>
          </a:xfrm>
        </p:spPr>
        <p:txBody>
          <a:bodyPr vert="horz" lIns="91440" tIns="45720" rIns="91440" bIns="45720" rtlCol="0">
            <a:normAutofit/>
          </a:bodyPr>
          <a:lstStyle>
            <a:lvl1pPr marL="0" indent="0">
              <a:lnSpc>
                <a:spcPct val="90000"/>
              </a:lnSpc>
              <a:buNone/>
              <a:defRPr lang="en-US" sz="32500" b="1" dirty="0">
                <a:gradFill>
                  <a:gsLst>
                    <a:gs pos="0">
                      <a:schemeClr val="accent2"/>
                    </a:gs>
                    <a:gs pos="100000">
                      <a:schemeClr val="accent5"/>
                    </a:gs>
                  </a:gsLst>
                  <a:lin ang="4200000" scaled="0"/>
                </a:gradFill>
              </a:defRPr>
            </a:lvl1pPr>
          </a:lstStyle>
          <a:p>
            <a:pPr lvl="0"/>
            <a:r>
              <a:rPr lang="en-US"/>
              <a:t>##%</a:t>
            </a:r>
          </a:p>
        </p:txBody>
      </p:sp>
      <p:sp>
        <p:nvSpPr>
          <p:cNvPr id="14" name="Footer Placeholder 13">
            <a:extLst>
              <a:ext uri="{FF2B5EF4-FFF2-40B4-BE49-F238E27FC236}">
                <a16:creationId xmlns:a16="http://schemas.microsoft.com/office/drawing/2014/main" id="{06AFD340-D045-A82B-779A-CCE82B04A257}"/>
              </a:ext>
            </a:extLst>
          </p:cNvPr>
          <p:cNvSpPr>
            <a:spLocks noGrp="1"/>
          </p:cNvSpPr>
          <p:nvPr>
            <p:ph type="ftr" sz="quarter" idx="15"/>
          </p:nvPr>
        </p:nvSpPr>
        <p:spPr/>
        <p:txBody>
          <a:bodyPr/>
          <a:lstStyle/>
          <a:p>
            <a:endParaRPr lang="en-US"/>
          </a:p>
        </p:txBody>
      </p:sp>
      <p:sp>
        <p:nvSpPr>
          <p:cNvPr id="6" name="Date Placeholder 5">
            <a:extLst>
              <a:ext uri="{FF2B5EF4-FFF2-40B4-BE49-F238E27FC236}">
                <a16:creationId xmlns:a16="http://schemas.microsoft.com/office/drawing/2014/main" id="{418D0173-56FC-C02C-32BA-73DB1BA380C4}"/>
              </a:ext>
            </a:extLst>
          </p:cNvPr>
          <p:cNvSpPr>
            <a:spLocks noGrp="1"/>
          </p:cNvSpPr>
          <p:nvPr>
            <p:ph type="dt" sz="half" idx="14"/>
          </p:nvPr>
        </p:nvSpPr>
        <p:spPr/>
        <p:txBody>
          <a:bodyPr/>
          <a:lstStyle/>
          <a:p>
            <a:fld id="{3AEEF7F6-ECFE-4473-B3E9-C91BE833927A}" type="datetimeFigureOut">
              <a:rPr lang="en-US" smtClean="0"/>
              <a:t>3/16/2026</a:t>
            </a:fld>
            <a:endParaRPr lang="en-US"/>
          </a:p>
        </p:txBody>
      </p:sp>
      <p:sp>
        <p:nvSpPr>
          <p:cNvPr id="15" name="Slide Number Placeholder 14">
            <a:extLst>
              <a:ext uri="{FF2B5EF4-FFF2-40B4-BE49-F238E27FC236}">
                <a16:creationId xmlns:a16="http://schemas.microsoft.com/office/drawing/2014/main" id="{1B246833-56EB-2252-BAD6-8D369F554831}"/>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15897878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30936"/>
            <a:ext cx="8266176" cy="5605272"/>
          </a:xfrm>
        </p:spPr>
        <p:txBody>
          <a:bodyPr anchor="ctr">
            <a:normAutofit/>
          </a:bodyPr>
          <a:lstStyle>
            <a:lvl1pPr marL="0" indent="0">
              <a:lnSpc>
                <a:spcPct val="100000"/>
              </a:lnSpc>
              <a:buNone/>
              <a:defRPr sz="5400" b="1">
                <a:gradFill>
                  <a:gsLst>
                    <a:gs pos="0">
                      <a:schemeClr val="accent2"/>
                    </a:gs>
                    <a:gs pos="100000">
                      <a:schemeClr val="accent5"/>
                    </a:gs>
                  </a:gsLst>
                  <a:lin ang="0" scaled="0"/>
                </a:gradFill>
              </a:defRPr>
            </a:lvl1pPr>
            <a:lvl2pPr marL="228600" indent="0">
              <a:lnSpc>
                <a:spcPct val="100000"/>
              </a:lnSpc>
              <a:buNone/>
              <a:defRPr sz="4800" b="1">
                <a:gradFill>
                  <a:gsLst>
                    <a:gs pos="0">
                      <a:schemeClr val="accent2"/>
                    </a:gs>
                    <a:gs pos="100000">
                      <a:schemeClr val="accent5"/>
                    </a:gs>
                  </a:gsLst>
                  <a:lin ang="0" scaled="0"/>
                </a:gradFill>
              </a:defRPr>
            </a:lvl2pPr>
            <a:lvl3pPr marL="457200" indent="0">
              <a:lnSpc>
                <a:spcPct val="100000"/>
              </a:lnSpc>
              <a:buNone/>
              <a:defRPr sz="4400" b="1">
                <a:gradFill>
                  <a:gsLst>
                    <a:gs pos="0">
                      <a:schemeClr val="accent2"/>
                    </a:gs>
                    <a:gs pos="100000">
                      <a:schemeClr val="accent5"/>
                    </a:gs>
                  </a:gsLst>
                  <a:lin ang="0" scaled="0"/>
                </a:gradFill>
              </a:defRPr>
            </a:lvl3pPr>
            <a:lvl4pPr marL="685800" indent="0">
              <a:lnSpc>
                <a:spcPct val="100000"/>
              </a:lnSpc>
              <a:buNone/>
              <a:defRPr sz="4000" b="1">
                <a:gradFill>
                  <a:gsLst>
                    <a:gs pos="0">
                      <a:schemeClr val="accent2"/>
                    </a:gs>
                    <a:gs pos="100000">
                      <a:schemeClr val="accent5"/>
                    </a:gs>
                  </a:gsLst>
                  <a:lin ang="0" scaled="0"/>
                </a:gradFill>
              </a:defRPr>
            </a:lvl4pPr>
            <a:lvl5pPr marL="914400" indent="0">
              <a:lnSpc>
                <a:spcPct val="100000"/>
              </a:lnSpc>
              <a:buNone/>
              <a:defRPr sz="3600" b="1">
                <a:gradFill>
                  <a:gsLst>
                    <a:gs pos="0">
                      <a:schemeClr val="accent2"/>
                    </a:gs>
                    <a:gs pos="100000">
                      <a:schemeClr val="accent5"/>
                    </a:gs>
                  </a:gsLst>
                  <a:lin ang="0" scaled="0"/>
                </a:gra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E0E9E314-CB58-F3CE-7C32-D6103621A2D5}"/>
              </a:ext>
            </a:extLst>
          </p:cNvPr>
          <p:cNvSpPr>
            <a:spLocks noGrp="1"/>
          </p:cNvSpPr>
          <p:nvPr>
            <p:ph type="ftr" sz="quarter" idx="15"/>
          </p:nvPr>
        </p:nvSpPr>
        <p:spPr/>
        <p:txBody>
          <a:bodyPr/>
          <a:lstStyle/>
          <a:p>
            <a:endParaRPr lang="en-US"/>
          </a:p>
        </p:txBody>
      </p:sp>
      <p:sp>
        <p:nvSpPr>
          <p:cNvPr id="6" name="Date Placeholder 5">
            <a:extLst>
              <a:ext uri="{FF2B5EF4-FFF2-40B4-BE49-F238E27FC236}">
                <a16:creationId xmlns:a16="http://schemas.microsoft.com/office/drawing/2014/main" id="{E9E12D21-0607-5120-F81C-6E1DA0652CFB}"/>
              </a:ext>
            </a:extLst>
          </p:cNvPr>
          <p:cNvSpPr>
            <a:spLocks noGrp="1"/>
          </p:cNvSpPr>
          <p:nvPr>
            <p:ph type="dt" sz="half" idx="14"/>
          </p:nvPr>
        </p:nvSpPr>
        <p:spPr/>
        <p:txBody>
          <a:bodyPr/>
          <a:lstStyle/>
          <a:p>
            <a:fld id="{3AEEF7F6-ECFE-4473-B3E9-C91BE833927A}" type="datetimeFigureOut">
              <a:rPr lang="en-US" smtClean="0"/>
              <a:t>3/16/2026</a:t>
            </a:fld>
            <a:endParaRPr lang="en-US"/>
          </a:p>
        </p:txBody>
      </p:sp>
      <p:sp>
        <p:nvSpPr>
          <p:cNvPr id="9" name="Slide Number Placeholder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21009850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Statement 2">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91C0A04-3BC7-B88E-3974-2A73D0A107E7}"/>
              </a:ext>
            </a:extLst>
          </p:cNvPr>
          <p:cNvSpPr/>
          <p:nvPr/>
        </p:nvSpPr>
        <p:spPr>
          <a:xfrm>
            <a:off x="0" y="0"/>
            <a:ext cx="12188952"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B07991EE-474F-899B-8FEF-F82B3E5BDF10}"/>
              </a:ext>
            </a:extLst>
          </p:cNvPr>
          <p:cNvGrpSpPr/>
          <p:nvPr/>
        </p:nvGrpSpPr>
        <p:grpSpPr>
          <a:xfrm>
            <a:off x="-7285" y="-6922"/>
            <a:ext cx="12199285" cy="6869101"/>
            <a:chOff x="-22275" y="-6922"/>
            <a:chExt cx="12214275" cy="6869101"/>
          </a:xfrm>
        </p:grpSpPr>
        <p:sp>
          <p:nvSpPr>
            <p:cNvPr id="8" name="Rectangle 7">
              <a:extLst>
                <a:ext uri="{FF2B5EF4-FFF2-40B4-BE49-F238E27FC236}">
                  <a16:creationId xmlns:a16="http://schemas.microsoft.com/office/drawing/2014/main" id="{19D5B255-8277-F118-03CD-8BAE19E8D68B}"/>
                </a:ext>
              </a:extLst>
            </p:cNvPr>
            <p:cNvSpPr/>
            <p:nvPr/>
          </p:nvSpPr>
          <p:spPr>
            <a:xfrm rot="5400000">
              <a:off x="2655863" y="-2678137"/>
              <a:ext cx="6857999" cy="12214275"/>
            </a:xfrm>
            <a:prstGeom prst="rect">
              <a:avLst/>
            </a:prstGeom>
            <a:gradFill>
              <a:gsLst>
                <a:gs pos="0">
                  <a:schemeClr val="accent2"/>
                </a:gs>
                <a:gs pos="93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9" name="Rectangle 8">
              <a:extLst>
                <a:ext uri="{FF2B5EF4-FFF2-40B4-BE49-F238E27FC236}">
                  <a16:creationId xmlns:a16="http://schemas.microsoft.com/office/drawing/2014/main" id="{2E8FF695-246F-077D-F2C8-36B38501750D}"/>
                </a:ext>
              </a:extLst>
            </p:cNvPr>
            <p:cNvSpPr/>
            <p:nvPr/>
          </p:nvSpPr>
          <p:spPr>
            <a:xfrm rot="16200000">
              <a:off x="3197276" y="-2132545"/>
              <a:ext cx="6850175" cy="11139273"/>
            </a:xfrm>
            <a:prstGeom prst="rect">
              <a:avLst/>
            </a:prstGeom>
            <a:gradFill flip="none" rotWithShape="1">
              <a:gsLst>
                <a:gs pos="0">
                  <a:schemeClr val="accent5">
                    <a:lumMod val="75000"/>
                  </a:schemeClr>
                </a:gs>
                <a:gs pos="32000">
                  <a:schemeClr val="accent5">
                    <a:alpha val="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10" name="Rectangle 9">
              <a:extLst>
                <a:ext uri="{FF2B5EF4-FFF2-40B4-BE49-F238E27FC236}">
                  <a16:creationId xmlns:a16="http://schemas.microsoft.com/office/drawing/2014/main" id="{1DB72F2E-896E-2C27-7B7B-07C3BA02B78E}"/>
                </a:ext>
              </a:extLst>
            </p:cNvPr>
            <p:cNvSpPr/>
            <p:nvPr/>
          </p:nvSpPr>
          <p:spPr>
            <a:xfrm flipH="1">
              <a:off x="-14981" y="-6922"/>
              <a:ext cx="3836566" cy="6852919"/>
            </a:xfrm>
            <a:prstGeom prst="rect">
              <a:avLst/>
            </a:prstGeom>
            <a:gradFill>
              <a:gsLst>
                <a:gs pos="0">
                  <a:schemeClr val="accent5">
                    <a:lumMod val="75000"/>
                  </a:schemeClr>
                </a:gs>
                <a:gs pos="48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11" name="Rectangle 10">
              <a:extLst>
                <a:ext uri="{FF2B5EF4-FFF2-40B4-BE49-F238E27FC236}">
                  <a16:creationId xmlns:a16="http://schemas.microsoft.com/office/drawing/2014/main" id="{9522BC71-28C2-81D8-FB44-31BC493BBF50}"/>
                </a:ext>
                <a:ext uri="{C183D7F6-B498-43B3-948B-1728B52AA6E4}">
                  <adec:decorative xmlns:adec="http://schemas.microsoft.com/office/drawing/2017/decorative" val="1"/>
                </a:ext>
              </a:extLst>
            </p:cNvPr>
            <p:cNvSpPr/>
            <p:nvPr/>
          </p:nvSpPr>
          <p:spPr>
            <a:xfrm rot="5400000">
              <a:off x="6189691" y="-743112"/>
              <a:ext cx="5263375" cy="6741243"/>
            </a:xfrm>
            <a:prstGeom prst="rect">
              <a:avLst/>
            </a:prstGeom>
            <a:gradFill flip="none" rotWithShape="1">
              <a:gsLst>
                <a:gs pos="2000">
                  <a:schemeClr val="accent5">
                    <a:lumMod val="60000"/>
                    <a:lumOff val="40000"/>
                    <a:alpha val="68000"/>
                  </a:schemeClr>
                </a:gs>
                <a:gs pos="48000">
                  <a:schemeClr val="accent5">
                    <a:lumMod val="60000"/>
                    <a:lumOff val="40000"/>
                    <a:alpha val="0"/>
                  </a:schemeClr>
                </a:gs>
              </a:gsLst>
              <a:lin ang="18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grpSp>
      <p:grpSp>
        <p:nvGrpSpPr>
          <p:cNvPr id="16" name="Group 15">
            <a:extLst>
              <a:ext uri="{FF2B5EF4-FFF2-40B4-BE49-F238E27FC236}">
                <a16:creationId xmlns:a16="http://schemas.microsoft.com/office/drawing/2014/main" id="{83681088-8C72-D3AA-E951-F32AA4318F60}"/>
              </a:ext>
              <a:ext uri="{C183D7F6-B498-43B3-948B-1728B52AA6E4}">
                <adec:decorative xmlns:adec="http://schemas.microsoft.com/office/drawing/2017/decorative" val="1"/>
              </a:ext>
            </a:extLst>
          </p:cNvPr>
          <p:cNvGrpSpPr/>
          <p:nvPr/>
        </p:nvGrpSpPr>
        <p:grpSpPr>
          <a:xfrm rot="10800000">
            <a:off x="-8784" y="6739061"/>
            <a:ext cx="12207240" cy="137160"/>
            <a:chOff x="-5025" y="6737718"/>
            <a:chExt cx="12207200" cy="123363"/>
          </a:xfrm>
          <a:solidFill>
            <a:schemeClr val="tx1"/>
          </a:solidFill>
        </p:grpSpPr>
        <p:sp>
          <p:nvSpPr>
            <p:cNvPr id="17" name="Rectangle 16">
              <a:extLst>
                <a:ext uri="{FF2B5EF4-FFF2-40B4-BE49-F238E27FC236}">
                  <a16:creationId xmlns:a16="http://schemas.microsoft.com/office/drawing/2014/main" id="{923FCCF6-A9CE-8C06-A018-3526E4B210A6}"/>
                </a:ext>
              </a:extLst>
            </p:cNvPr>
            <p:cNvSpPr/>
            <p:nvPr/>
          </p:nvSpPr>
          <p:spPr>
            <a:xfrm rot="5400000" flipH="1">
              <a:off x="6036894" y="695800"/>
              <a:ext cx="123362" cy="1220719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641A033-DCF1-2B2E-7479-E074B140FA8C}"/>
                </a:ext>
              </a:extLst>
            </p:cNvPr>
            <p:cNvSpPr/>
            <p:nvPr/>
          </p:nvSpPr>
          <p:spPr>
            <a:xfrm rot="16200000">
              <a:off x="9176406" y="3835311"/>
              <a:ext cx="123362" cy="592817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83F83B6E-95ED-1D70-2F6E-8299525C04B0}"/>
              </a:ext>
              <a:ext uri="{C183D7F6-B498-43B3-948B-1728B52AA6E4}">
                <adec:decorative xmlns:adec="http://schemas.microsoft.com/office/drawing/2017/decorative" val="1"/>
              </a:ext>
            </a:extLst>
          </p:cNvPr>
          <p:cNvGrpSpPr/>
          <p:nvPr/>
        </p:nvGrpSpPr>
        <p:grpSpPr>
          <a:xfrm>
            <a:off x="12068636" y="0"/>
            <a:ext cx="137160" cy="6858000"/>
            <a:chOff x="12068638" y="0"/>
            <a:chExt cx="123362" cy="6858000"/>
          </a:xfrm>
          <a:solidFill>
            <a:schemeClr val="tx1"/>
          </a:solidFill>
        </p:grpSpPr>
        <p:sp>
          <p:nvSpPr>
            <p:cNvPr id="20" name="Rectangle 19">
              <a:extLst>
                <a:ext uri="{FF2B5EF4-FFF2-40B4-BE49-F238E27FC236}">
                  <a16:creationId xmlns:a16="http://schemas.microsoft.com/office/drawing/2014/main" id="{A1F59BE4-AC2E-2AB9-FE80-40CAF77CA798}"/>
                </a:ext>
              </a:extLst>
            </p:cNvPr>
            <p:cNvSpPr/>
            <p:nvPr/>
          </p:nvSpPr>
          <p:spPr>
            <a:xfrm>
              <a:off x="12068638" y="0"/>
              <a:ext cx="12336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01C2DAC-E593-02EE-C7E4-01B9BAA443C6}"/>
                </a:ext>
              </a:extLst>
            </p:cNvPr>
            <p:cNvSpPr/>
            <p:nvPr/>
          </p:nvSpPr>
          <p:spPr>
            <a:xfrm>
              <a:off x="12068638" y="3527553"/>
              <a:ext cx="123362" cy="333044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7680960" cy="5605272"/>
          </a:xfrm>
        </p:spPr>
        <p:txBody>
          <a:bodyPr anchor="t">
            <a:normAutofit/>
          </a:bodyPr>
          <a:lstStyle>
            <a:lvl1pPr marL="0" indent="0">
              <a:lnSpc>
                <a:spcPct val="100000"/>
              </a:lnSpc>
              <a:buNone/>
              <a:defRPr sz="5600" b="1">
                <a:solidFill>
                  <a:schemeClr val="tx1"/>
                </a:solidFill>
              </a:defRPr>
            </a:lvl1pPr>
            <a:lvl2pPr marL="228600" indent="0">
              <a:lnSpc>
                <a:spcPct val="100000"/>
              </a:lnSpc>
              <a:buNone/>
              <a:defRPr sz="5600" b="1">
                <a:solidFill>
                  <a:schemeClr val="tx1"/>
                </a:solidFill>
              </a:defRPr>
            </a:lvl2pPr>
            <a:lvl3pPr marL="457200" indent="0">
              <a:lnSpc>
                <a:spcPct val="100000"/>
              </a:lnSpc>
              <a:buNone/>
              <a:defRPr sz="5600" b="1">
                <a:solidFill>
                  <a:schemeClr val="tx1"/>
                </a:solidFill>
              </a:defRPr>
            </a:lvl3pPr>
            <a:lvl4pPr marL="685800" indent="0">
              <a:lnSpc>
                <a:spcPct val="100000"/>
              </a:lnSpc>
              <a:buNone/>
              <a:defRPr sz="5600" b="1">
                <a:solidFill>
                  <a:schemeClr val="tx1"/>
                </a:solidFill>
              </a:defRPr>
            </a:lvl4pPr>
            <a:lvl5pPr marL="914400" indent="0">
              <a:lnSpc>
                <a:spcPct val="100000"/>
              </a:lnSpc>
              <a:buNone/>
              <a:defRPr sz="5600" b="1">
                <a:solidFill>
                  <a:schemeClr val="tx1"/>
                </a:soli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14" name="Footer Placeholder 13">
            <a:extLst>
              <a:ext uri="{FF2B5EF4-FFF2-40B4-BE49-F238E27FC236}">
                <a16:creationId xmlns:a16="http://schemas.microsoft.com/office/drawing/2014/main" id="{132871A2-A450-61EB-7368-98B251F15495}"/>
              </a:ext>
            </a:extLst>
          </p:cNvPr>
          <p:cNvSpPr>
            <a:spLocks noGrp="1"/>
          </p:cNvSpPr>
          <p:nvPr>
            <p:ph type="ftr" sz="quarter" idx="15"/>
          </p:nvPr>
        </p:nvSpPr>
        <p:spPr/>
        <p:txBody>
          <a:bodyPr/>
          <a:lstStyle>
            <a:lvl1pPr>
              <a:defRPr>
                <a:solidFill>
                  <a:schemeClr val="tx1"/>
                </a:solidFill>
              </a:defRPr>
            </a:lvl1pPr>
          </a:lstStyle>
          <a:p>
            <a:endParaRPr lang="en-US"/>
          </a:p>
        </p:txBody>
      </p:sp>
      <p:sp>
        <p:nvSpPr>
          <p:cNvPr id="13" name="Date Placeholder 12">
            <a:extLst>
              <a:ext uri="{FF2B5EF4-FFF2-40B4-BE49-F238E27FC236}">
                <a16:creationId xmlns:a16="http://schemas.microsoft.com/office/drawing/2014/main" id="{7CA33720-A04E-18B6-251B-16C80085F295}"/>
              </a:ext>
            </a:extLst>
          </p:cNvPr>
          <p:cNvSpPr>
            <a:spLocks noGrp="1"/>
          </p:cNvSpPr>
          <p:nvPr>
            <p:ph type="dt" sz="half" idx="14"/>
          </p:nvPr>
        </p:nvSpPr>
        <p:spPr/>
        <p:txBody>
          <a:bodyPr/>
          <a:lstStyle>
            <a:lvl1pPr>
              <a:defRPr>
                <a:solidFill>
                  <a:schemeClr val="tx1"/>
                </a:solidFill>
              </a:defRPr>
            </a:lvl1pPr>
          </a:lstStyle>
          <a:p>
            <a:fld id="{3AEEF7F6-ECFE-4473-B3E9-C91BE833927A}" type="datetimeFigureOut">
              <a:rPr lang="en-US" smtClean="0"/>
              <a:t>3/16/2026</a:t>
            </a:fld>
            <a:endParaRPr lang="en-US"/>
          </a:p>
        </p:txBody>
      </p:sp>
      <p:sp>
        <p:nvSpPr>
          <p:cNvPr id="15" name="Slide Number Placeholder 14">
            <a:extLst>
              <a:ext uri="{FF2B5EF4-FFF2-40B4-BE49-F238E27FC236}">
                <a16:creationId xmlns:a16="http://schemas.microsoft.com/office/drawing/2014/main" id="{AC245A2E-4B49-CED7-ADDF-6624BCC88DDE}"/>
              </a:ext>
            </a:extLst>
          </p:cNvPr>
          <p:cNvSpPr>
            <a:spLocks noGrp="1"/>
          </p:cNvSpPr>
          <p:nvPr>
            <p:ph type="sldNum" sz="quarter" idx="16"/>
          </p:nvPr>
        </p:nvSpPr>
        <p:spPr/>
        <p:txBody>
          <a:bodyPr/>
          <a:lstStyle>
            <a:lvl1pPr>
              <a:defRPr>
                <a:solidFill>
                  <a:schemeClr val="tx1"/>
                </a:solidFill>
              </a:defRPr>
            </a:lvl1pPr>
          </a:lstStyle>
          <a:p>
            <a:fld id="{5DAD859A-2C66-45B9-9A71-3CF205EC2D4A}" type="slidenum">
              <a:rPr lang="en-US" smtClean="0"/>
              <a:t>‹#›</a:t>
            </a:fld>
            <a:endParaRPr lang="en-US"/>
          </a:p>
        </p:txBody>
      </p:sp>
    </p:spTree>
    <p:extLst>
      <p:ext uri="{BB962C8B-B14F-4D97-AF65-F5344CB8AC3E}">
        <p14:creationId xmlns:p14="http://schemas.microsoft.com/office/powerpoint/2010/main" val="621145701"/>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tatement 3">
    <p:bg>
      <p:bgRef idx="1001">
        <a:schemeClr val="bg1"/>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6323AF82-B640-17D0-AC4B-55F4EDF5C4D1}"/>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4" name="Rectangle 3">
              <a:extLst>
                <a:ext uri="{FF2B5EF4-FFF2-40B4-BE49-F238E27FC236}">
                  <a16:creationId xmlns:a16="http://schemas.microsoft.com/office/drawing/2014/main" id="{2DA5C8EA-7A6C-8AC0-78D1-F538329B41B8}"/>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FF2FAD3C-DB75-D855-489D-B09F992EA0E9}"/>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 name="Group 21">
            <a:extLst>
              <a:ext uri="{FF2B5EF4-FFF2-40B4-BE49-F238E27FC236}">
                <a16:creationId xmlns:a16="http://schemas.microsoft.com/office/drawing/2014/main" id="{FB287CE5-00A5-FA1D-EB2D-E5CFD27420D3}"/>
              </a:ext>
              <a:ext uri="{C183D7F6-B498-43B3-948B-1728B52AA6E4}">
                <adec:decorative xmlns:adec="http://schemas.microsoft.com/office/drawing/2017/decorative" val="1"/>
              </a:ext>
            </a:extLst>
          </p:cNvPr>
          <p:cNvGrpSpPr/>
          <p:nvPr/>
        </p:nvGrpSpPr>
        <p:grpSpPr>
          <a:xfrm rot="10800000">
            <a:off x="12357" y="6746828"/>
            <a:ext cx="12188952" cy="123363"/>
            <a:chOff x="-5025" y="6737718"/>
            <a:chExt cx="12207200" cy="123363"/>
          </a:xfrm>
        </p:grpSpPr>
        <p:sp>
          <p:nvSpPr>
            <p:cNvPr id="23" name="Rectangle 22">
              <a:extLst>
                <a:ext uri="{FF2B5EF4-FFF2-40B4-BE49-F238E27FC236}">
                  <a16:creationId xmlns:a16="http://schemas.microsoft.com/office/drawing/2014/main" id="{12C43EBD-E088-A3CD-FCDE-E6ED8F87D148}"/>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D88F00F-9D01-378E-377E-26B543D2FA77}"/>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882175" y="751366"/>
            <a:ext cx="8353433" cy="5402545"/>
          </a:xfrm>
        </p:spPr>
        <p:txBody>
          <a:bodyPr anchor="ctr">
            <a:normAutofit/>
          </a:bodyPr>
          <a:lstStyle>
            <a:lvl1pPr marL="0" indent="0">
              <a:lnSpc>
                <a:spcPct val="100000"/>
              </a:lnSpc>
              <a:buNone/>
              <a:defRPr sz="4800" b="1">
                <a:gradFill>
                  <a:gsLst>
                    <a:gs pos="0">
                      <a:schemeClr val="accent5"/>
                    </a:gs>
                    <a:gs pos="90000">
                      <a:schemeClr val="accent2"/>
                    </a:gs>
                  </a:gsLst>
                  <a:lin ang="9600000" scaled="0"/>
                </a:gradFill>
              </a:defRPr>
            </a:lvl1pPr>
            <a:lvl2pPr marL="228600" indent="0">
              <a:lnSpc>
                <a:spcPct val="100000"/>
              </a:lnSpc>
              <a:buNone/>
              <a:defRPr sz="4800" b="1">
                <a:gradFill>
                  <a:gsLst>
                    <a:gs pos="0">
                      <a:schemeClr val="accent5"/>
                    </a:gs>
                    <a:gs pos="90000">
                      <a:schemeClr val="accent2"/>
                    </a:gs>
                  </a:gsLst>
                  <a:lin ang="9600000" scaled="0"/>
                </a:gradFill>
              </a:defRPr>
            </a:lvl2pPr>
            <a:lvl3pPr marL="457200" indent="0">
              <a:lnSpc>
                <a:spcPct val="100000"/>
              </a:lnSpc>
              <a:buNone/>
              <a:defRPr sz="4800" b="1">
                <a:gradFill>
                  <a:gsLst>
                    <a:gs pos="0">
                      <a:schemeClr val="accent5"/>
                    </a:gs>
                    <a:gs pos="90000">
                      <a:schemeClr val="accent2"/>
                    </a:gs>
                  </a:gsLst>
                  <a:lin ang="9600000" scaled="0"/>
                </a:gradFill>
              </a:defRPr>
            </a:lvl3pPr>
            <a:lvl4pPr marL="685800" indent="0">
              <a:lnSpc>
                <a:spcPct val="100000"/>
              </a:lnSpc>
              <a:buNone/>
              <a:defRPr sz="4800" b="1">
                <a:gradFill>
                  <a:gsLst>
                    <a:gs pos="0">
                      <a:schemeClr val="accent5"/>
                    </a:gs>
                    <a:gs pos="90000">
                      <a:schemeClr val="accent2"/>
                    </a:gs>
                  </a:gsLst>
                  <a:lin ang="9600000" scaled="0"/>
                </a:gradFill>
              </a:defRPr>
            </a:lvl4pPr>
            <a:lvl5pPr marL="914400" indent="0">
              <a:lnSpc>
                <a:spcPct val="100000"/>
              </a:lnSpc>
              <a:buNone/>
              <a:defRPr sz="4800" b="1">
                <a:gradFill>
                  <a:gsLst>
                    <a:gs pos="0">
                      <a:schemeClr val="accent5"/>
                    </a:gs>
                    <a:gs pos="90000">
                      <a:schemeClr val="accent2"/>
                    </a:gs>
                  </a:gsLst>
                  <a:lin ang="9600000" scaled="0"/>
                </a:gra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14" name="Footer Placeholder 13">
            <a:extLst>
              <a:ext uri="{FF2B5EF4-FFF2-40B4-BE49-F238E27FC236}">
                <a16:creationId xmlns:a16="http://schemas.microsoft.com/office/drawing/2014/main" id="{132871A2-A450-61EB-7368-98B251F15495}"/>
              </a:ext>
            </a:extLst>
          </p:cNvPr>
          <p:cNvSpPr>
            <a:spLocks noGrp="1"/>
          </p:cNvSpPr>
          <p:nvPr>
            <p:ph type="ftr" sz="quarter" idx="15"/>
          </p:nvPr>
        </p:nvSpPr>
        <p:spPr/>
        <p:txBody>
          <a:bodyPr/>
          <a:lstStyle/>
          <a:p>
            <a:endParaRPr lang="en-US"/>
          </a:p>
        </p:txBody>
      </p:sp>
      <p:sp>
        <p:nvSpPr>
          <p:cNvPr id="13" name="Date Placeholder 12">
            <a:extLst>
              <a:ext uri="{FF2B5EF4-FFF2-40B4-BE49-F238E27FC236}">
                <a16:creationId xmlns:a16="http://schemas.microsoft.com/office/drawing/2014/main" id="{7CA33720-A04E-18B6-251B-16C80085F295}"/>
              </a:ext>
            </a:extLst>
          </p:cNvPr>
          <p:cNvSpPr>
            <a:spLocks noGrp="1"/>
          </p:cNvSpPr>
          <p:nvPr>
            <p:ph type="dt" sz="half" idx="14"/>
          </p:nvPr>
        </p:nvSpPr>
        <p:spPr/>
        <p:txBody>
          <a:bodyPr/>
          <a:lstStyle/>
          <a:p>
            <a:fld id="{3AEEF7F6-ECFE-4473-B3E9-C91BE833927A}" type="datetimeFigureOut">
              <a:rPr lang="en-US" smtClean="0"/>
              <a:t>3/16/2026</a:t>
            </a:fld>
            <a:endParaRPr lang="en-US"/>
          </a:p>
        </p:txBody>
      </p:sp>
      <p:sp>
        <p:nvSpPr>
          <p:cNvPr id="15" name="Slide Number Placeholder 14">
            <a:extLst>
              <a:ext uri="{FF2B5EF4-FFF2-40B4-BE49-F238E27FC236}">
                <a16:creationId xmlns:a16="http://schemas.microsoft.com/office/drawing/2014/main" id="{AC245A2E-4B49-CED7-ADDF-6624BCC88DDE}"/>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152039542"/>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F72D5-B6AC-3F01-D0B7-E4B24906CCFA}"/>
              </a:ext>
            </a:extLst>
          </p:cNvPr>
          <p:cNvSpPr>
            <a:spLocks noGrp="1"/>
          </p:cNvSpPr>
          <p:nvPr>
            <p:ph type="title" hasCustomPrompt="1"/>
          </p:nvPr>
        </p:nvSpPr>
        <p:spPr>
          <a:xfrm>
            <a:off x="1645920" y="5203004"/>
            <a:ext cx="9052560" cy="557784"/>
          </a:xfrm>
        </p:spPr>
        <p:txBody>
          <a:bodyPr anchor="ctr">
            <a:normAutofit/>
          </a:bodyPr>
          <a:lstStyle>
            <a:lvl1pPr>
              <a:lnSpc>
                <a:spcPct val="120000"/>
              </a:lnSpc>
              <a:defRPr sz="2400" b="1">
                <a:gradFill>
                  <a:gsLst>
                    <a:gs pos="0">
                      <a:schemeClr val="accent5"/>
                    </a:gs>
                    <a:gs pos="90000">
                      <a:schemeClr val="accent2"/>
                    </a:gs>
                  </a:gsLst>
                  <a:lin ang="9600000" scaled="0"/>
                </a:gradFill>
              </a:defRPr>
            </a:lvl1pPr>
          </a:lstStyle>
          <a:p>
            <a:r>
              <a:rPr lang="en-US"/>
              <a:t>Quote Author</a:t>
            </a:r>
          </a:p>
        </p:txBody>
      </p:sp>
      <p:sp>
        <p:nvSpPr>
          <p:cNvPr id="7" name="Content Placeholder 6">
            <a:extLst>
              <a:ext uri="{FF2B5EF4-FFF2-40B4-BE49-F238E27FC236}">
                <a16:creationId xmlns:a16="http://schemas.microsoft.com/office/drawing/2014/main" id="{20A93000-1238-849C-EADD-03910EE27D69}"/>
              </a:ext>
            </a:extLst>
          </p:cNvPr>
          <p:cNvSpPr>
            <a:spLocks noGrp="1"/>
          </p:cNvSpPr>
          <p:nvPr>
            <p:ph sz="quarter" idx="13" hasCustomPrompt="1"/>
          </p:nvPr>
        </p:nvSpPr>
        <p:spPr>
          <a:xfrm>
            <a:off x="1499616" y="1795462"/>
            <a:ext cx="9198864" cy="2871216"/>
          </a:xfrm>
        </p:spPr>
        <p:txBody>
          <a:bodyPr anchor="ctr">
            <a:normAutofit/>
          </a:bodyPr>
          <a:lstStyle>
            <a:lvl1pPr marL="137160" indent="-137160">
              <a:lnSpc>
                <a:spcPct val="100000"/>
              </a:lnSpc>
              <a:buNone/>
              <a:defRPr sz="4400"/>
            </a:lvl1pPr>
          </a:lstStyle>
          <a:p>
            <a:pPr lvl="0"/>
            <a:r>
              <a:rPr lang="en-US"/>
              <a:t>Click to edit Quote</a:t>
            </a:r>
          </a:p>
        </p:txBody>
      </p:sp>
      <p:sp>
        <p:nvSpPr>
          <p:cNvPr id="3" name="Footer Placeholder 2">
            <a:extLst>
              <a:ext uri="{FF2B5EF4-FFF2-40B4-BE49-F238E27FC236}">
                <a16:creationId xmlns:a16="http://schemas.microsoft.com/office/drawing/2014/main" id="{B26C0B63-D720-7E4B-EF47-C094EDA300AC}"/>
              </a:ext>
            </a:extLst>
          </p:cNvPr>
          <p:cNvSpPr>
            <a:spLocks noGrp="1"/>
          </p:cNvSpPr>
          <p:nvPr>
            <p:ph type="ftr" sz="quarter" idx="10"/>
          </p:nvPr>
        </p:nvSpPr>
        <p:spPr/>
        <p:txBody>
          <a:bodyPr/>
          <a:lstStyle/>
          <a:p>
            <a:endParaRPr lang="en-US"/>
          </a:p>
        </p:txBody>
      </p:sp>
      <p:sp>
        <p:nvSpPr>
          <p:cNvPr id="4" name="Date Placeholder 3">
            <a:extLst>
              <a:ext uri="{FF2B5EF4-FFF2-40B4-BE49-F238E27FC236}">
                <a16:creationId xmlns:a16="http://schemas.microsoft.com/office/drawing/2014/main" id="{B3091BBB-CF16-BAC6-4881-2B122B945B8A}"/>
              </a:ext>
            </a:extLst>
          </p:cNvPr>
          <p:cNvSpPr>
            <a:spLocks noGrp="1"/>
          </p:cNvSpPr>
          <p:nvPr>
            <p:ph type="dt" sz="half" idx="11"/>
          </p:nvPr>
        </p:nvSpPr>
        <p:spPr/>
        <p:txBody>
          <a:bodyPr/>
          <a:lstStyle/>
          <a:p>
            <a:fld id="{3AEEF7F6-ECFE-4473-B3E9-C91BE833927A}" type="datetimeFigureOut">
              <a:rPr lang="en-US" smtClean="0"/>
              <a:t>3/16/2026</a:t>
            </a:fld>
            <a:endParaRPr lang="en-US"/>
          </a:p>
        </p:txBody>
      </p:sp>
      <p:sp>
        <p:nvSpPr>
          <p:cNvPr id="5" name="Slide Number Placeholder 4">
            <a:extLst>
              <a:ext uri="{FF2B5EF4-FFF2-40B4-BE49-F238E27FC236}">
                <a16:creationId xmlns:a16="http://schemas.microsoft.com/office/drawing/2014/main" id="{318C42D5-A475-3C08-9471-C59B3A49C848}"/>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52878694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Quote 2">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D93FB6C-5982-EAFA-94FA-F06EABA0EC3A}"/>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948F732B-25DE-1819-DB0A-266B26703011}"/>
              </a:ext>
            </a:extLst>
          </p:cNvPr>
          <p:cNvGrpSpPr/>
          <p:nvPr/>
        </p:nvGrpSpPr>
        <p:grpSpPr>
          <a:xfrm>
            <a:off x="807326" y="778051"/>
            <a:ext cx="10577346" cy="5314435"/>
            <a:chOff x="807326" y="778051"/>
            <a:chExt cx="10577346" cy="5314435"/>
          </a:xfrm>
        </p:grpSpPr>
        <p:sp>
          <p:nvSpPr>
            <p:cNvPr id="9" name="Rectangle 8">
              <a:extLst>
                <a:ext uri="{FF2B5EF4-FFF2-40B4-BE49-F238E27FC236}">
                  <a16:creationId xmlns:a16="http://schemas.microsoft.com/office/drawing/2014/main" id="{70BBD41E-DAB9-A564-3A2B-295B7AE87C42}"/>
                </a:ext>
              </a:extLst>
            </p:cNvPr>
            <p:cNvSpPr/>
            <p:nvPr/>
          </p:nvSpPr>
          <p:spPr>
            <a:xfrm rot="5400000" flipH="1">
              <a:off x="3438786" y="-1853401"/>
              <a:ext cx="5314432" cy="10577340"/>
            </a:xfrm>
            <a:prstGeom prst="rect">
              <a:avLst/>
            </a:prstGeom>
            <a:gradFill>
              <a:gsLst>
                <a:gs pos="0">
                  <a:schemeClr val="accent2">
                    <a:alpha val="78000"/>
                  </a:schemeClr>
                </a:gs>
                <a:gs pos="93000">
                  <a:schemeClr val="accent5">
                    <a:alpha val="8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B54A4391-9FDD-C033-0A4D-647A73420405}"/>
                </a:ext>
              </a:extLst>
            </p:cNvPr>
            <p:cNvSpPr/>
            <p:nvPr/>
          </p:nvSpPr>
          <p:spPr>
            <a:xfrm rot="16200000" flipH="1">
              <a:off x="3445177" y="-1846407"/>
              <a:ext cx="5314435" cy="10563352"/>
            </a:xfrm>
            <a:prstGeom prst="rect">
              <a:avLst/>
            </a:prstGeom>
            <a:gradFill flip="none" rotWithShape="1">
              <a:gsLst>
                <a:gs pos="0">
                  <a:schemeClr val="accent5">
                    <a:alpha val="79000"/>
                  </a:schemeClr>
                </a:gs>
                <a:gs pos="32000">
                  <a:schemeClr val="accent5">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0290101F-E74A-5C0F-8CC5-E0B5E3DC0E24}"/>
                </a:ext>
              </a:extLst>
            </p:cNvPr>
            <p:cNvSpPr/>
            <p:nvPr/>
          </p:nvSpPr>
          <p:spPr>
            <a:xfrm rot="10800000">
              <a:off x="807326" y="778051"/>
              <a:ext cx="3333441" cy="5308369"/>
            </a:xfrm>
            <a:prstGeom prst="rect">
              <a:avLst/>
            </a:prstGeom>
            <a:gradFill>
              <a:gsLst>
                <a:gs pos="0">
                  <a:schemeClr val="accent5">
                    <a:lumMod val="75000"/>
                  </a:schemeClr>
                </a:gs>
                <a:gs pos="48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338E2756-2591-1046-1B67-C9DEEDDCB82E}"/>
                </a:ext>
                <a:ext uri="{C183D7F6-B498-43B3-948B-1728B52AA6E4}">
                  <adec:decorative xmlns:adec="http://schemas.microsoft.com/office/drawing/2017/decorative" val="1"/>
                </a:ext>
              </a:extLst>
            </p:cNvPr>
            <p:cNvSpPr/>
            <p:nvPr/>
          </p:nvSpPr>
          <p:spPr>
            <a:xfrm rot="5400000" flipH="1">
              <a:off x="4205050" y="-1083744"/>
              <a:ext cx="4078718" cy="10273742"/>
            </a:xfrm>
            <a:prstGeom prst="rect">
              <a:avLst/>
            </a:prstGeom>
            <a:gradFill flip="none" rotWithShape="1">
              <a:gsLst>
                <a:gs pos="2000">
                  <a:schemeClr val="accent5">
                    <a:lumMod val="60000"/>
                    <a:lumOff val="40000"/>
                    <a:alpha val="68000"/>
                  </a:schemeClr>
                </a:gs>
                <a:gs pos="26000">
                  <a:schemeClr val="accent5">
                    <a:lumMod val="60000"/>
                    <a:lumOff val="40000"/>
                    <a:alpha val="0"/>
                  </a:schemeClr>
                </a:gs>
              </a:gsLst>
              <a:lin ang="18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2" name="Title 1">
            <a:extLst>
              <a:ext uri="{FF2B5EF4-FFF2-40B4-BE49-F238E27FC236}">
                <a16:creationId xmlns:a16="http://schemas.microsoft.com/office/drawing/2014/main" id="{0DDF72D5-B6AC-3F01-D0B7-E4B24906CCFA}"/>
              </a:ext>
            </a:extLst>
          </p:cNvPr>
          <p:cNvSpPr>
            <a:spLocks noGrp="1"/>
          </p:cNvSpPr>
          <p:nvPr>
            <p:ph type="title" hasCustomPrompt="1"/>
          </p:nvPr>
        </p:nvSpPr>
        <p:spPr>
          <a:xfrm>
            <a:off x="1801368" y="5120640"/>
            <a:ext cx="8549640" cy="621792"/>
          </a:xfrm>
        </p:spPr>
        <p:txBody>
          <a:bodyPr anchor="ctr">
            <a:normAutofit/>
          </a:bodyPr>
          <a:lstStyle>
            <a:lvl1pPr>
              <a:lnSpc>
                <a:spcPct val="120000"/>
              </a:lnSpc>
              <a:defRPr sz="1800" b="1">
                <a:solidFill>
                  <a:schemeClr val="tx1"/>
                </a:solidFill>
              </a:defRPr>
            </a:lvl1pPr>
          </a:lstStyle>
          <a:p>
            <a:r>
              <a:rPr lang="en-US"/>
              <a:t>Quote Author</a:t>
            </a:r>
          </a:p>
        </p:txBody>
      </p:sp>
      <p:sp>
        <p:nvSpPr>
          <p:cNvPr id="7" name="Content Placeholder 6">
            <a:extLst>
              <a:ext uri="{FF2B5EF4-FFF2-40B4-BE49-F238E27FC236}">
                <a16:creationId xmlns:a16="http://schemas.microsoft.com/office/drawing/2014/main" id="{20A93000-1238-849C-EADD-03910EE27D69}"/>
              </a:ext>
            </a:extLst>
          </p:cNvPr>
          <p:cNvSpPr>
            <a:spLocks noGrp="1"/>
          </p:cNvSpPr>
          <p:nvPr>
            <p:ph sz="quarter" idx="13" hasCustomPrompt="1"/>
          </p:nvPr>
        </p:nvSpPr>
        <p:spPr>
          <a:xfrm>
            <a:off x="1655064" y="1965960"/>
            <a:ext cx="8695944" cy="2331720"/>
          </a:xfrm>
        </p:spPr>
        <p:txBody>
          <a:bodyPr anchor="ctr">
            <a:normAutofit/>
          </a:bodyPr>
          <a:lstStyle>
            <a:lvl1pPr marL="137160" indent="-137160">
              <a:lnSpc>
                <a:spcPct val="100000"/>
              </a:lnSpc>
              <a:buNone/>
              <a:defRPr sz="3800">
                <a:solidFill>
                  <a:schemeClr val="tx1"/>
                </a:solidFill>
                <a:latin typeface="+mn-lt"/>
              </a:defRPr>
            </a:lvl1pPr>
          </a:lstStyle>
          <a:p>
            <a:pPr lvl="0"/>
            <a:r>
              <a:rPr lang="en-US"/>
              <a:t>Click to edit Quote</a:t>
            </a:r>
          </a:p>
        </p:txBody>
      </p:sp>
      <p:sp>
        <p:nvSpPr>
          <p:cNvPr id="3" name="Footer Placeholder 2">
            <a:extLst>
              <a:ext uri="{FF2B5EF4-FFF2-40B4-BE49-F238E27FC236}">
                <a16:creationId xmlns:a16="http://schemas.microsoft.com/office/drawing/2014/main" id="{B26C0B63-D720-7E4B-EF47-C094EDA300A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Date Placeholder 3">
            <a:extLst>
              <a:ext uri="{FF2B5EF4-FFF2-40B4-BE49-F238E27FC236}">
                <a16:creationId xmlns:a16="http://schemas.microsoft.com/office/drawing/2014/main" id="{B3091BBB-CF16-BAC6-4881-2B122B945B8A}"/>
              </a:ext>
            </a:extLst>
          </p:cNvPr>
          <p:cNvSpPr>
            <a:spLocks noGrp="1"/>
          </p:cNvSpPr>
          <p:nvPr>
            <p:ph type="dt" sz="half" idx="11"/>
          </p:nvPr>
        </p:nvSpPr>
        <p:spPr/>
        <p:txBody>
          <a:bodyPr/>
          <a:lstStyle>
            <a:lvl1pPr>
              <a:defRPr>
                <a:solidFill>
                  <a:schemeClr val="bg1"/>
                </a:solidFill>
              </a:defRPr>
            </a:lvl1pPr>
          </a:lstStyle>
          <a:p>
            <a:fld id="{3AEEF7F6-ECFE-4473-B3E9-C91BE833927A}" type="datetimeFigureOut">
              <a:rPr lang="en-US" smtClean="0"/>
              <a:t>3/16/2026</a:t>
            </a:fld>
            <a:endParaRPr lang="en-US"/>
          </a:p>
        </p:txBody>
      </p:sp>
      <p:sp>
        <p:nvSpPr>
          <p:cNvPr id="5" name="Slide Number Placeholder 4">
            <a:extLst>
              <a:ext uri="{FF2B5EF4-FFF2-40B4-BE49-F238E27FC236}">
                <a16:creationId xmlns:a16="http://schemas.microsoft.com/office/drawing/2014/main" id="{318C42D5-A475-3C08-9471-C59B3A49C848}"/>
              </a:ext>
            </a:extLst>
          </p:cNvPr>
          <p:cNvSpPr>
            <a:spLocks noGrp="1"/>
          </p:cNvSpPr>
          <p:nvPr>
            <p:ph type="sldNum" sz="quarter" idx="12"/>
          </p:nvPr>
        </p:nvSpPr>
        <p:spPr/>
        <p:txBody>
          <a:bodyPr/>
          <a:lstStyle>
            <a:lvl1pPr>
              <a:defRPr>
                <a:solidFill>
                  <a:schemeClr val="bg1"/>
                </a:solidFill>
              </a:defRPr>
            </a:lvl1pPr>
          </a:lstStyle>
          <a:p>
            <a:fld id="{5DAD859A-2C66-45B9-9A71-3CF205EC2D4A}" type="slidenum">
              <a:rPr lang="en-US" smtClean="0"/>
              <a:t>‹#›</a:t>
            </a:fld>
            <a:endParaRPr lang="en-US"/>
          </a:p>
        </p:txBody>
      </p:sp>
    </p:spTree>
    <p:extLst>
      <p:ext uri="{BB962C8B-B14F-4D97-AF65-F5344CB8AC3E}">
        <p14:creationId xmlns:p14="http://schemas.microsoft.com/office/powerpoint/2010/main" val="4021491193"/>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93D49479-B594-DDBA-C16A-3A98635C8A4A}"/>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14" name="Rectangle 13">
              <a:extLst>
                <a:ext uri="{FF2B5EF4-FFF2-40B4-BE49-F238E27FC236}">
                  <a16:creationId xmlns:a16="http://schemas.microsoft.com/office/drawing/2014/main" id="{0E065CA7-C91C-8C4F-CD30-E6DB950A620B}"/>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DCDB482-1274-EA4E-11EA-FDB308F1540E}"/>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8FAEF3D1-EB50-234E-F0C0-5C4E6FB69937}"/>
              </a:ext>
              <a:ext uri="{C183D7F6-B498-43B3-948B-1728B52AA6E4}">
                <adec:decorative xmlns:adec="http://schemas.microsoft.com/office/drawing/2017/decorative" val="1"/>
              </a:ext>
            </a:extLst>
          </p:cNvPr>
          <p:cNvGrpSpPr/>
          <p:nvPr/>
        </p:nvGrpSpPr>
        <p:grpSpPr>
          <a:xfrm rot="10800000">
            <a:off x="-1091" y="0"/>
            <a:ext cx="12188952" cy="123363"/>
            <a:chOff x="-5025" y="6737718"/>
            <a:chExt cx="12207200" cy="123363"/>
          </a:xfrm>
        </p:grpSpPr>
        <p:sp>
          <p:nvSpPr>
            <p:cNvPr id="17" name="Rectangle 16">
              <a:extLst>
                <a:ext uri="{FF2B5EF4-FFF2-40B4-BE49-F238E27FC236}">
                  <a16:creationId xmlns:a16="http://schemas.microsoft.com/office/drawing/2014/main" id="{5B35CE4F-16F9-575C-78CA-4F076F0C3D1F}"/>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D59711A-5559-82B6-B156-35D79618FF56}"/>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0DDF72D5-B6AC-3F01-D0B7-E4B24906CCFA}"/>
              </a:ext>
            </a:extLst>
          </p:cNvPr>
          <p:cNvSpPr>
            <a:spLocks noGrp="1"/>
          </p:cNvSpPr>
          <p:nvPr>
            <p:ph type="title" hasCustomPrompt="1"/>
          </p:nvPr>
        </p:nvSpPr>
        <p:spPr>
          <a:xfrm>
            <a:off x="1379836" y="5192776"/>
            <a:ext cx="8494776" cy="621792"/>
          </a:xfrm>
        </p:spPr>
        <p:txBody>
          <a:bodyPr anchor="ctr">
            <a:normAutofit/>
          </a:bodyPr>
          <a:lstStyle>
            <a:lvl1pPr>
              <a:lnSpc>
                <a:spcPct val="120000"/>
              </a:lnSpc>
              <a:defRPr sz="1800" b="1">
                <a:gradFill>
                  <a:gsLst>
                    <a:gs pos="0">
                      <a:schemeClr val="accent2"/>
                    </a:gs>
                    <a:gs pos="90000">
                      <a:schemeClr val="accent5"/>
                    </a:gs>
                  </a:gsLst>
                  <a:lin ang="9600000" scaled="0"/>
                </a:gradFill>
              </a:defRPr>
            </a:lvl1pPr>
          </a:lstStyle>
          <a:p>
            <a:r>
              <a:rPr lang="en-US"/>
              <a:t>Quote Author</a:t>
            </a:r>
          </a:p>
        </p:txBody>
      </p:sp>
      <p:sp>
        <p:nvSpPr>
          <p:cNvPr id="7" name="Content Placeholder 6">
            <a:extLst>
              <a:ext uri="{FF2B5EF4-FFF2-40B4-BE49-F238E27FC236}">
                <a16:creationId xmlns:a16="http://schemas.microsoft.com/office/drawing/2014/main" id="{20A93000-1238-849C-EADD-03910EE27D69}"/>
              </a:ext>
            </a:extLst>
          </p:cNvPr>
          <p:cNvSpPr>
            <a:spLocks noGrp="1"/>
          </p:cNvSpPr>
          <p:nvPr>
            <p:ph sz="quarter" idx="13" hasCustomPrompt="1"/>
          </p:nvPr>
        </p:nvSpPr>
        <p:spPr>
          <a:xfrm>
            <a:off x="1233532" y="1792224"/>
            <a:ext cx="8641080" cy="2871216"/>
          </a:xfrm>
        </p:spPr>
        <p:txBody>
          <a:bodyPr anchor="ctr">
            <a:normAutofit/>
          </a:bodyPr>
          <a:lstStyle>
            <a:lvl1pPr marL="137160" indent="-137160">
              <a:lnSpc>
                <a:spcPct val="100000"/>
              </a:lnSpc>
              <a:buNone/>
              <a:defRPr sz="3600">
                <a:gradFill>
                  <a:gsLst>
                    <a:gs pos="0">
                      <a:schemeClr val="accent2"/>
                    </a:gs>
                    <a:gs pos="90000">
                      <a:schemeClr val="accent5"/>
                    </a:gs>
                  </a:gsLst>
                  <a:lin ang="9600000" scaled="0"/>
                </a:gradFill>
              </a:defRPr>
            </a:lvl1pPr>
          </a:lstStyle>
          <a:p>
            <a:pPr lvl="0"/>
            <a:r>
              <a:rPr lang="en-US"/>
              <a:t>Click to edit Quote</a:t>
            </a:r>
          </a:p>
        </p:txBody>
      </p:sp>
      <p:sp>
        <p:nvSpPr>
          <p:cNvPr id="3" name="Footer Placeholder 2">
            <a:extLst>
              <a:ext uri="{FF2B5EF4-FFF2-40B4-BE49-F238E27FC236}">
                <a16:creationId xmlns:a16="http://schemas.microsoft.com/office/drawing/2014/main" id="{B26C0B63-D720-7E4B-EF47-C094EDA300AC}"/>
              </a:ext>
            </a:extLst>
          </p:cNvPr>
          <p:cNvSpPr>
            <a:spLocks noGrp="1"/>
          </p:cNvSpPr>
          <p:nvPr>
            <p:ph type="ftr" sz="quarter" idx="10"/>
          </p:nvPr>
        </p:nvSpPr>
        <p:spPr/>
        <p:txBody>
          <a:bodyPr/>
          <a:lstStyle/>
          <a:p>
            <a:endParaRPr lang="en-US"/>
          </a:p>
        </p:txBody>
      </p:sp>
      <p:sp>
        <p:nvSpPr>
          <p:cNvPr id="4" name="Date Placeholder 3">
            <a:extLst>
              <a:ext uri="{FF2B5EF4-FFF2-40B4-BE49-F238E27FC236}">
                <a16:creationId xmlns:a16="http://schemas.microsoft.com/office/drawing/2014/main" id="{B3091BBB-CF16-BAC6-4881-2B122B945B8A}"/>
              </a:ext>
            </a:extLst>
          </p:cNvPr>
          <p:cNvSpPr>
            <a:spLocks noGrp="1"/>
          </p:cNvSpPr>
          <p:nvPr>
            <p:ph type="dt" sz="half" idx="11"/>
          </p:nvPr>
        </p:nvSpPr>
        <p:spPr/>
        <p:txBody>
          <a:bodyPr/>
          <a:lstStyle/>
          <a:p>
            <a:fld id="{3AEEF7F6-ECFE-4473-B3E9-C91BE833927A}" type="datetimeFigureOut">
              <a:rPr lang="en-US" smtClean="0"/>
              <a:t>3/16/2026</a:t>
            </a:fld>
            <a:endParaRPr lang="en-US"/>
          </a:p>
        </p:txBody>
      </p:sp>
      <p:sp>
        <p:nvSpPr>
          <p:cNvPr id="5" name="Slide Number Placeholder 4">
            <a:extLst>
              <a:ext uri="{FF2B5EF4-FFF2-40B4-BE49-F238E27FC236}">
                <a16:creationId xmlns:a16="http://schemas.microsoft.com/office/drawing/2014/main" id="{318C42D5-A475-3C08-9471-C59B3A49C848}"/>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89209120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0B646A9-91B4-D2CF-8B72-68E668219C00}"/>
              </a:ext>
            </a:extLst>
          </p:cNvPr>
          <p:cNvSpPr/>
          <p:nvPr/>
        </p:nvSpPr>
        <p:spPr>
          <a:xfrm rot="5400000" flipH="1">
            <a:off x="5175902" y="-5175894"/>
            <a:ext cx="1855397" cy="12207199"/>
          </a:xfrm>
          <a:prstGeom prst="rect">
            <a:avLst/>
          </a:prstGeom>
          <a:gradFill>
            <a:gsLst>
              <a:gs pos="0">
                <a:schemeClr val="accent5"/>
              </a:gs>
              <a:gs pos="90000">
                <a:schemeClr val="accent2"/>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10954512" cy="1197864"/>
          </a:xfrm>
        </p:spPr>
        <p:txBody>
          <a:bodyPr/>
          <a:lstStyle>
            <a:lvl1pPr>
              <a:defRPr>
                <a:solidFill>
                  <a:schemeClr val="bg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D004E38F-46D8-838A-C636-0958E5B36CB4}"/>
              </a:ext>
            </a:extLst>
          </p:cNvPr>
          <p:cNvSpPr>
            <a:spLocks noGrp="1"/>
          </p:cNvSpPr>
          <p:nvPr>
            <p:ph sz="quarter" idx="18"/>
          </p:nvPr>
        </p:nvSpPr>
        <p:spPr>
          <a:xfrm>
            <a:off x="612775" y="2313433"/>
            <a:ext cx="5165725" cy="40000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E8F84C8F-5A53-198D-2CB3-A78F006C4D20}"/>
              </a:ext>
            </a:extLst>
          </p:cNvPr>
          <p:cNvSpPr>
            <a:spLocks noGrp="1"/>
          </p:cNvSpPr>
          <p:nvPr>
            <p:ph sz="quarter" idx="19"/>
          </p:nvPr>
        </p:nvSpPr>
        <p:spPr>
          <a:xfrm>
            <a:off x="6400800" y="2313430"/>
            <a:ext cx="5165725" cy="40000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92A082C-5D4A-4A20-87E3-9906B5F3BAF4}"/>
              </a:ext>
            </a:extLst>
          </p:cNvPr>
          <p:cNvSpPr>
            <a:spLocks noGrp="1"/>
          </p:cNvSpPr>
          <p:nvPr>
            <p:ph type="ftr" sz="quarter" idx="16"/>
          </p:nvPr>
        </p:nvSpPr>
        <p:spPr/>
        <p:txBody>
          <a:bodyPr/>
          <a:lstStyle/>
          <a:p>
            <a:endParaRPr lang="en-US"/>
          </a:p>
        </p:txBody>
      </p:sp>
      <p:sp>
        <p:nvSpPr>
          <p:cNvPr id="3" name="Date Placeholder 2">
            <a:extLst>
              <a:ext uri="{FF2B5EF4-FFF2-40B4-BE49-F238E27FC236}">
                <a16:creationId xmlns:a16="http://schemas.microsoft.com/office/drawing/2014/main" id="{EC2184DE-1D38-B3AE-D560-557B3726B547}"/>
              </a:ext>
            </a:extLst>
          </p:cNvPr>
          <p:cNvSpPr>
            <a:spLocks noGrp="1"/>
          </p:cNvSpPr>
          <p:nvPr>
            <p:ph type="dt" sz="half" idx="15"/>
          </p:nvPr>
        </p:nvSpPr>
        <p:spPr/>
        <p:txBody>
          <a:bodyPr/>
          <a:lstStyle/>
          <a:p>
            <a:fld id="{3AEEF7F6-ECFE-4473-B3E9-C91BE833927A}" type="datetimeFigureOut">
              <a:rPr lang="en-US" smtClean="0"/>
              <a:t>3/16/2026</a:t>
            </a:fld>
            <a:endParaRPr lang="en-US"/>
          </a:p>
        </p:txBody>
      </p:sp>
      <p:sp>
        <p:nvSpPr>
          <p:cNvPr id="8" name="Slide Number Placeholder 7">
            <a:extLst>
              <a:ext uri="{FF2B5EF4-FFF2-40B4-BE49-F238E27FC236}">
                <a16:creationId xmlns:a16="http://schemas.microsoft.com/office/drawing/2014/main" id="{AD66BE47-AC20-1061-07AD-89A41D02F482}"/>
              </a:ext>
            </a:extLst>
          </p:cNvPr>
          <p:cNvSpPr>
            <a:spLocks noGrp="1"/>
          </p:cNvSpPr>
          <p:nvPr>
            <p:ph type="sldNum" sz="quarter" idx="17"/>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98131854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C704A21-3725-4536-B210-EAED58DE1544}"/>
              </a:ext>
            </a:extLst>
          </p:cNvPr>
          <p:cNvSpPr/>
          <p:nvPr/>
        </p:nvSpPr>
        <p:spPr>
          <a:xfrm rot="5400000" flipH="1">
            <a:off x="5175902" y="-5175894"/>
            <a:ext cx="1855397" cy="12207199"/>
          </a:xfrm>
          <a:prstGeom prst="rect">
            <a:avLst/>
          </a:prstGeom>
          <a:gradFill>
            <a:gsLst>
              <a:gs pos="0">
                <a:schemeClr val="accent5"/>
              </a:gs>
              <a:gs pos="90000">
                <a:schemeClr val="accent2"/>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12648" y="502920"/>
            <a:ext cx="10953750" cy="1197864"/>
          </a:xfrm>
        </p:spPr>
        <p:txBody>
          <a:bodyPr/>
          <a:lstStyle>
            <a:lvl1pPr>
              <a:defRPr>
                <a:solidFill>
                  <a:schemeClr val="bg1"/>
                </a:solidFill>
              </a:defRPr>
            </a:lvl1p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12648" y="2198999"/>
            <a:ext cx="5166360" cy="484632"/>
          </a:xfrm>
        </p:spPr>
        <p:txBody>
          <a:bodyPr anchor="b">
            <a:normAutofit/>
          </a:bodyPr>
          <a:lstStyle>
            <a:lvl1pPr marL="0" indent="0">
              <a:lnSpc>
                <a:spcPct val="90000"/>
              </a:lnSpc>
              <a:buNone/>
              <a:defRPr sz="2400" b="0"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Content Placeholder 8">
            <a:extLst>
              <a:ext uri="{FF2B5EF4-FFF2-40B4-BE49-F238E27FC236}">
                <a16:creationId xmlns:a16="http://schemas.microsoft.com/office/drawing/2014/main" id="{1D708347-B003-2458-75EC-D8317FBF028C}"/>
              </a:ext>
            </a:extLst>
          </p:cNvPr>
          <p:cNvSpPr>
            <a:spLocks noGrp="1"/>
          </p:cNvSpPr>
          <p:nvPr>
            <p:ph sz="quarter" idx="18"/>
          </p:nvPr>
        </p:nvSpPr>
        <p:spPr>
          <a:xfrm>
            <a:off x="612775" y="2794000"/>
            <a:ext cx="5165725" cy="3524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400800" y="2198999"/>
            <a:ext cx="5166360" cy="484633"/>
          </a:xfrm>
        </p:spPr>
        <p:txBody>
          <a:bodyPr anchor="b">
            <a:normAutofit/>
          </a:bodyPr>
          <a:lstStyle>
            <a:lvl1pPr marL="0" indent="0">
              <a:lnSpc>
                <a:spcPct val="90000"/>
              </a:lnSpc>
              <a:buNone/>
              <a:defRPr sz="2400" b="0"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Content Placeholder 13">
            <a:extLst>
              <a:ext uri="{FF2B5EF4-FFF2-40B4-BE49-F238E27FC236}">
                <a16:creationId xmlns:a16="http://schemas.microsoft.com/office/drawing/2014/main" id="{6F3E993C-0A55-1F54-C280-76AF30E5377A}"/>
              </a:ext>
            </a:extLst>
          </p:cNvPr>
          <p:cNvSpPr>
            <a:spLocks noGrp="1"/>
          </p:cNvSpPr>
          <p:nvPr>
            <p:ph sz="quarter" idx="19"/>
          </p:nvPr>
        </p:nvSpPr>
        <p:spPr>
          <a:xfrm>
            <a:off x="6400800" y="2794000"/>
            <a:ext cx="5166360" cy="3524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80669AB3-1083-59C6-B9F8-A35C0D406617}"/>
              </a:ext>
            </a:extLst>
          </p:cNvPr>
          <p:cNvSpPr>
            <a:spLocks noGrp="1"/>
          </p:cNvSpPr>
          <p:nvPr>
            <p:ph type="ftr" sz="quarter" idx="16"/>
          </p:nvPr>
        </p:nvSpPr>
        <p:spPr/>
        <p:txBody>
          <a:bodyPr/>
          <a:lstStyle/>
          <a:p>
            <a:endParaRPr lang="en-US"/>
          </a:p>
        </p:txBody>
      </p:sp>
      <p:sp>
        <p:nvSpPr>
          <p:cNvPr id="4" name="Date Placeholder 3">
            <a:extLst>
              <a:ext uri="{FF2B5EF4-FFF2-40B4-BE49-F238E27FC236}">
                <a16:creationId xmlns:a16="http://schemas.microsoft.com/office/drawing/2014/main" id="{88D0645D-C128-9FF0-2E8B-D2E3E34687DA}"/>
              </a:ext>
            </a:extLst>
          </p:cNvPr>
          <p:cNvSpPr>
            <a:spLocks noGrp="1"/>
          </p:cNvSpPr>
          <p:nvPr>
            <p:ph type="dt" sz="half" idx="15"/>
          </p:nvPr>
        </p:nvSpPr>
        <p:spPr/>
        <p:txBody>
          <a:bodyPr/>
          <a:lstStyle/>
          <a:p>
            <a:fld id="{3AEEF7F6-ECFE-4473-B3E9-C91BE833927A}" type="datetimeFigureOut">
              <a:rPr lang="en-US" smtClean="0"/>
              <a:t>3/16/2026</a:t>
            </a:fld>
            <a:endParaRPr lang="en-US"/>
          </a:p>
        </p:txBody>
      </p:sp>
      <p:sp>
        <p:nvSpPr>
          <p:cNvPr id="10" name="Slide Number Placeholder 9">
            <a:extLst>
              <a:ext uri="{FF2B5EF4-FFF2-40B4-BE49-F238E27FC236}">
                <a16:creationId xmlns:a16="http://schemas.microsoft.com/office/drawing/2014/main" id="{CC6DDA88-C058-DDD5-F19B-8B5E7B86C681}"/>
              </a:ext>
            </a:extLst>
          </p:cNvPr>
          <p:cNvSpPr>
            <a:spLocks noGrp="1"/>
          </p:cNvSpPr>
          <p:nvPr>
            <p:ph type="sldNum" sz="quarter" idx="17"/>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32829375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nchor="t"/>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3AEEF7F6-ECFE-4473-B3E9-C91BE833927A}" type="datetimeFigureOut">
              <a:rPr lang="en-US" smtClean="0"/>
              <a:t>3/16/2026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403583314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3AEEF7F6-ECFE-4473-B3E9-C91BE833927A}" type="datetimeFigureOut">
              <a:rPr lang="en-US" smtClean="0"/>
              <a:t>3/16/2026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33317726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36BE0305-2234-39DE-EC35-B6881018EC31}"/>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2" name="Rectangle 11">
              <a:extLst>
                <a:ext uri="{FF2B5EF4-FFF2-40B4-BE49-F238E27FC236}">
                  <a16:creationId xmlns:a16="http://schemas.microsoft.com/office/drawing/2014/main" id="{BEBF17BE-BA15-771A-79F4-91B4C5C752FB}"/>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79ADE0D-3A86-F364-6B2A-F373A75E29AE}"/>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502920"/>
            <a:ext cx="3595634" cy="1808201"/>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311121"/>
            <a:ext cx="3309608"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283299" y="502920"/>
            <a:ext cx="6283861" cy="580326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3AEEF7F6-ECFE-4473-B3E9-C91BE833927A}" type="datetimeFigureOut">
              <a:rPr lang="en-US" smtClean="0"/>
              <a:t>3/16/2026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89401386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D02923E9-478C-95DE-C678-A683A36F5388}"/>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21" name="Rectangle 20">
              <a:extLst>
                <a:ext uri="{FF2B5EF4-FFF2-40B4-BE49-F238E27FC236}">
                  <a16:creationId xmlns:a16="http://schemas.microsoft.com/office/drawing/2014/main" id="{43DD8A0F-EB40-1201-2A23-685958AC5DF6}"/>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9B912E4F-3FBB-39E4-2EA2-BA0D8858A74D}"/>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502920"/>
            <a:ext cx="3713996" cy="2247200"/>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310128"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24" name="Footer Placeholder 23">
            <a:extLst>
              <a:ext uri="{FF2B5EF4-FFF2-40B4-BE49-F238E27FC236}">
                <a16:creationId xmlns:a16="http://schemas.microsoft.com/office/drawing/2014/main" id="{861F92C4-9651-789C-0B22-E6343EE25C7A}"/>
              </a:ext>
            </a:extLst>
          </p:cNvPr>
          <p:cNvSpPr>
            <a:spLocks noGrp="1"/>
          </p:cNvSpPr>
          <p:nvPr>
            <p:ph type="ftr" sz="quarter" idx="15"/>
          </p:nvPr>
        </p:nvSpPr>
        <p:spPr/>
        <p:txBody>
          <a:bodyPr/>
          <a:lstStyle/>
          <a:p>
            <a:endParaRPr lang="en-US"/>
          </a:p>
        </p:txBody>
      </p:sp>
      <p:sp>
        <p:nvSpPr>
          <p:cNvPr id="8" name="Picture Placeholder 7">
            <a:extLst>
              <a:ext uri="{FF2B5EF4-FFF2-40B4-BE49-F238E27FC236}">
                <a16:creationId xmlns:a16="http://schemas.microsoft.com/office/drawing/2014/main" id="{6CCD178F-4127-FE67-2F5D-0F1CE7884398}"/>
              </a:ext>
            </a:extLst>
          </p:cNvPr>
          <p:cNvSpPr>
            <a:spLocks noGrp="1"/>
          </p:cNvSpPr>
          <p:nvPr>
            <p:ph type="pic" sz="quarter" idx="13" hasCustomPrompt="1"/>
          </p:nvPr>
        </p:nvSpPr>
        <p:spPr>
          <a:xfrm>
            <a:off x="5153978" y="342016"/>
            <a:ext cx="6413182" cy="5976487"/>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23" name="Date Placeholder 22">
            <a:extLst>
              <a:ext uri="{FF2B5EF4-FFF2-40B4-BE49-F238E27FC236}">
                <a16:creationId xmlns:a16="http://schemas.microsoft.com/office/drawing/2014/main" id="{8ACB14E1-4D3B-B55C-4791-64F774AC361F}"/>
              </a:ext>
            </a:extLst>
          </p:cNvPr>
          <p:cNvSpPr>
            <a:spLocks noGrp="1"/>
          </p:cNvSpPr>
          <p:nvPr>
            <p:ph type="dt" sz="half" idx="14"/>
          </p:nvPr>
        </p:nvSpPr>
        <p:spPr/>
        <p:txBody>
          <a:bodyPr/>
          <a:lstStyle/>
          <a:p>
            <a:fld id="{3AEEF7F6-ECFE-4473-B3E9-C91BE833927A}" type="datetimeFigureOut">
              <a:rPr lang="en-US" smtClean="0"/>
              <a:t>3/16/2026</a:t>
            </a:fld>
            <a:endParaRPr lang="en-US"/>
          </a:p>
        </p:txBody>
      </p:sp>
      <p:sp>
        <p:nvSpPr>
          <p:cNvPr id="25" name="Slide Number Placeholder 24">
            <a:extLst>
              <a:ext uri="{FF2B5EF4-FFF2-40B4-BE49-F238E27FC236}">
                <a16:creationId xmlns:a16="http://schemas.microsoft.com/office/drawing/2014/main" id="{E55DAD34-8521-F119-F985-ABFBDD340032}"/>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64965423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0AE463B-60C7-F01E-97F6-1486FB41D222}"/>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7" name="Rectangle 6">
              <a:extLst>
                <a:ext uri="{FF2B5EF4-FFF2-40B4-BE49-F238E27FC236}">
                  <a16:creationId xmlns:a16="http://schemas.microsoft.com/office/drawing/2014/main" id="{EF94E48A-D751-8593-5D71-0683866A2404}"/>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55092F9-8C9B-4865-CB0E-EFD550A28ED3}"/>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40080"/>
            <a:ext cx="10890373" cy="1463040"/>
          </a:xfrm>
        </p:spPr>
        <p:txBody>
          <a:bodyPr anchor="t">
            <a:normAutofit/>
          </a:bodyPr>
          <a:lstStyle>
            <a:lvl1pPr>
              <a:defRPr sz="6000">
                <a:gradFill>
                  <a:gsLst>
                    <a:gs pos="0">
                      <a:schemeClr val="accent2"/>
                    </a:gs>
                    <a:gs pos="100000">
                      <a:schemeClr val="accent5"/>
                    </a:gs>
                  </a:gsLst>
                  <a:lin ang="4200000" scaled="0"/>
                </a:gradFill>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648" y="3483864"/>
            <a:ext cx="10890374" cy="28346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67F5585-231E-4B46-143C-086AE5C56D2F}"/>
              </a:ext>
            </a:extLst>
          </p:cNvPr>
          <p:cNvSpPr>
            <a:spLocks noGrp="1"/>
          </p:cNvSpPr>
          <p:nvPr>
            <p:ph type="ftr" sz="quarter" idx="15"/>
          </p:nvPr>
        </p:nvSpPr>
        <p:spPr/>
        <p:txBody>
          <a:bodyPr/>
          <a:lstStyle/>
          <a:p>
            <a:endParaRPr lang="en-US"/>
          </a:p>
        </p:txBody>
      </p:sp>
      <p:sp>
        <p:nvSpPr>
          <p:cNvPr id="4" name="Date Placeholder 3">
            <a:extLst>
              <a:ext uri="{FF2B5EF4-FFF2-40B4-BE49-F238E27FC236}">
                <a16:creationId xmlns:a16="http://schemas.microsoft.com/office/drawing/2014/main" id="{5C52CF0D-DCF6-2401-8AD6-ED12BCF0D0F7}"/>
              </a:ext>
            </a:extLst>
          </p:cNvPr>
          <p:cNvSpPr>
            <a:spLocks noGrp="1"/>
          </p:cNvSpPr>
          <p:nvPr>
            <p:ph type="dt" sz="half" idx="14"/>
          </p:nvPr>
        </p:nvSpPr>
        <p:spPr/>
        <p:txBody>
          <a:bodyPr/>
          <a:lstStyle/>
          <a:p>
            <a:fld id="{3AEEF7F6-ECFE-4473-B3E9-C91BE833927A}" type="datetimeFigureOut">
              <a:rPr lang="en-US" smtClean="0"/>
              <a:t>3/16/2026</a:t>
            </a:fld>
            <a:endParaRPr lang="en-US"/>
          </a:p>
        </p:txBody>
      </p:sp>
      <p:sp>
        <p:nvSpPr>
          <p:cNvPr id="6" name="Slide Number Placeholder 5">
            <a:extLst>
              <a:ext uri="{FF2B5EF4-FFF2-40B4-BE49-F238E27FC236}">
                <a16:creationId xmlns:a16="http://schemas.microsoft.com/office/drawing/2014/main" id="{90CE8D9E-59BD-DBC5-F43C-8A6A21AE2F10}"/>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409133390"/>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1627318"/>
            <a:ext cx="8430768" cy="1842020"/>
          </a:xfrm>
        </p:spPr>
        <p:txBody>
          <a:bodyPr anchor="b">
            <a:normAutofit/>
          </a:bodyPr>
          <a:lstStyle>
            <a:lvl1pPr>
              <a:defRPr sz="6000">
                <a:gradFill>
                  <a:gsLst>
                    <a:gs pos="0">
                      <a:schemeClr val="accent2"/>
                    </a:gs>
                    <a:gs pos="100000">
                      <a:schemeClr val="accent5"/>
                    </a:gs>
                  </a:gsLst>
                  <a:lin ang="4200000" scaled="0"/>
                </a:gradFill>
              </a:defRPr>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648" y="3622673"/>
            <a:ext cx="8430768" cy="1609344"/>
          </a:xfrm>
        </p:spPr>
        <p:txBody>
          <a:bodyPr vert="horz" lIns="91440" tIns="45720" rIns="91440" bIns="45720" rtlCol="0">
            <a:normAutofit/>
          </a:bodyPr>
          <a:lstStyle>
            <a:lvl1pPr marL="0" indent="0">
              <a:buNone/>
              <a:defRPr lang="en-US" sz="2200" dirty="0"/>
            </a:lvl1pPr>
            <a:lvl2pPr marL="228600" indent="0">
              <a:buNone/>
              <a:defRPr lang="en-US" sz="1800" dirty="0"/>
            </a:lvl2pPr>
            <a:lvl3pPr marL="457200" indent="0">
              <a:buNone/>
              <a:defRPr lang="en-US" sz="16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F664FAF8-D2CD-617D-EEE4-AFE7E979984A}"/>
              </a:ext>
            </a:extLst>
          </p:cNvPr>
          <p:cNvSpPr>
            <a:spLocks noGrp="1"/>
          </p:cNvSpPr>
          <p:nvPr>
            <p:ph type="ftr" sz="quarter" idx="16"/>
          </p:nvPr>
        </p:nvSpPr>
        <p:spPr/>
        <p:txBody>
          <a:bodyPr/>
          <a:lstStyle/>
          <a:p>
            <a:endParaRPr lang="en-US"/>
          </a:p>
        </p:txBody>
      </p:sp>
      <p:sp>
        <p:nvSpPr>
          <p:cNvPr id="3" name="Date Placeholder 2">
            <a:extLst>
              <a:ext uri="{FF2B5EF4-FFF2-40B4-BE49-F238E27FC236}">
                <a16:creationId xmlns:a16="http://schemas.microsoft.com/office/drawing/2014/main" id="{7CAECC89-C65D-CAD6-3F7F-24F67D81DCF1}"/>
              </a:ext>
            </a:extLst>
          </p:cNvPr>
          <p:cNvSpPr>
            <a:spLocks noGrp="1"/>
          </p:cNvSpPr>
          <p:nvPr>
            <p:ph type="dt" sz="half" idx="15"/>
          </p:nvPr>
        </p:nvSpPr>
        <p:spPr/>
        <p:txBody>
          <a:bodyPr/>
          <a:lstStyle/>
          <a:p>
            <a:fld id="{3AEEF7F6-ECFE-4473-B3E9-C91BE833927A}" type="datetimeFigureOut">
              <a:rPr lang="en-US" smtClean="0"/>
              <a:t>3/16/2026</a:t>
            </a:fld>
            <a:endParaRPr lang="en-US"/>
          </a:p>
        </p:txBody>
      </p:sp>
      <p:sp>
        <p:nvSpPr>
          <p:cNvPr id="9" name="Slide Number Placeholder 8">
            <a:extLst>
              <a:ext uri="{FF2B5EF4-FFF2-40B4-BE49-F238E27FC236}">
                <a16:creationId xmlns:a16="http://schemas.microsoft.com/office/drawing/2014/main" id="{B0DB779D-8A81-935C-F850-6C0DCAD5E6D1}"/>
              </a:ext>
            </a:extLst>
          </p:cNvPr>
          <p:cNvSpPr>
            <a:spLocks noGrp="1"/>
          </p:cNvSpPr>
          <p:nvPr>
            <p:ph type="sldNum" sz="quarter" idx="17"/>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876365837"/>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theme" Target="../theme/theme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02920"/>
            <a:ext cx="10954512" cy="1197864"/>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8" y="1801368"/>
            <a:ext cx="10954512" cy="44805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8" y="6318504"/>
            <a:ext cx="4096512" cy="365760"/>
          </a:xfrm>
          <a:prstGeom prst="rect">
            <a:avLst/>
          </a:prstGeom>
        </p:spPr>
        <p:txBody>
          <a:bodyPr vert="horz" lIns="91440" tIns="45720" rIns="91440" bIns="45720" rtlCol="0" anchor="ctr"/>
          <a:lstStyle>
            <a:lvl1pPr algn="l">
              <a:defRPr sz="850">
                <a:solidFill>
                  <a:schemeClr val="tx1"/>
                </a:solidFill>
              </a:defRPr>
            </a:lvl1pPr>
          </a:lstStyle>
          <a:p>
            <a:endParaRPr lang="en-US"/>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430768" y="6318504"/>
            <a:ext cx="3136392" cy="365760"/>
          </a:xfrm>
          <a:prstGeom prst="rect">
            <a:avLst/>
          </a:prstGeom>
        </p:spPr>
        <p:txBody>
          <a:bodyPr vert="horz" lIns="91440" tIns="45720" rIns="91440" bIns="45720" rtlCol="0" anchor="ctr"/>
          <a:lstStyle>
            <a:lvl1pPr algn="r">
              <a:defRPr sz="850">
                <a:solidFill>
                  <a:schemeClr val="tx1"/>
                </a:solidFill>
              </a:defRPr>
            </a:lvl1pPr>
          </a:lstStyle>
          <a:p>
            <a:fld id="{3AEEF7F6-ECFE-4473-B3E9-C91BE833927A}" type="datetimeFigureOut">
              <a:rPr lang="en-US" smtClean="0"/>
              <a:t>3/16/2026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484864" y="6318504"/>
            <a:ext cx="493776" cy="365760"/>
          </a:xfrm>
          <a:prstGeom prst="rect">
            <a:avLst/>
          </a:prstGeom>
        </p:spPr>
        <p:txBody>
          <a:bodyPr vert="horz" lIns="91440" tIns="45720" rIns="91440" bIns="45720" rtlCol="0" anchor="ctr"/>
          <a:lstStyle>
            <a:lvl1pPr algn="r">
              <a:defRPr sz="850">
                <a:solidFill>
                  <a:schemeClr val="tx1"/>
                </a:solidFill>
              </a:defRPr>
            </a:lvl1pPr>
          </a:lstStyle>
          <a:p>
            <a:fld id="{5DAD859A-2C66-45B9-9A71-3CF205EC2D4A}" type="slidenum">
              <a:rPr lang="en-US" smtClean="0"/>
              <a:t>‹#›</a:t>
            </a:fld>
            <a:endParaRPr lang="en-US"/>
          </a:p>
        </p:txBody>
      </p:sp>
    </p:spTree>
    <p:extLst>
      <p:ext uri="{BB962C8B-B14F-4D97-AF65-F5344CB8AC3E}">
        <p14:creationId xmlns:p14="http://schemas.microsoft.com/office/powerpoint/2010/main" val="245716641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Lst>
  <p:txStyles>
    <p:title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xml"/><Relationship Id="rId1" Type="http://schemas.openxmlformats.org/officeDocument/2006/relationships/slideLayout" Target="../slideLayouts/slideLayout43.xml"/><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6.jpeg"/></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2.xml"/><Relationship Id="rId1" Type="http://schemas.openxmlformats.org/officeDocument/2006/relationships/slideLayout" Target="../slideLayouts/slideLayout43.xml"/><Relationship Id="rId4" Type="http://schemas.openxmlformats.org/officeDocument/2006/relationships/image" Target="../media/image9.svg"/></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3.xml"/><Relationship Id="rId1" Type="http://schemas.openxmlformats.org/officeDocument/2006/relationships/slideLayout" Target="../slideLayouts/slideLayout43.xml"/><Relationship Id="rId5" Type="http://schemas.openxmlformats.org/officeDocument/2006/relationships/image" Target="../media/image11.svg"/><Relationship Id="rId4" Type="http://schemas.openxmlformats.org/officeDocument/2006/relationships/image" Target="../media/image10.jpeg"/></Relationships>
</file>

<file path=ppt/slides/_rels/slide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4.xml"/><Relationship Id="rId1" Type="http://schemas.openxmlformats.org/officeDocument/2006/relationships/slideLayout" Target="../slideLayouts/slideLayout43.xml"/><Relationship Id="rId5" Type="http://schemas.openxmlformats.org/officeDocument/2006/relationships/image" Target="../media/image13.svg"/><Relationship Id="rId4" Type="http://schemas.openxmlformats.org/officeDocument/2006/relationships/image" Target="../media/image12.svg"/></Relationships>
</file>

<file path=ppt/slides/_rels/slide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5.xml"/><Relationship Id="rId1" Type="http://schemas.openxmlformats.org/officeDocument/2006/relationships/slideLayout" Target="../slideLayouts/slideLayout43.xml"/></Relationships>
</file>

<file path=ppt/slides/_rels/slide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6.xml"/><Relationship Id="rId1" Type="http://schemas.openxmlformats.org/officeDocument/2006/relationships/slideLayout" Target="../slideLayouts/slideLayout43.xml"/><Relationship Id="rId4" Type="http://schemas.openxmlformats.org/officeDocument/2006/relationships/image" Target="../media/image14.svg"/></Relationships>
</file>

<file path=ppt/slides/_rels/slide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7.xml"/><Relationship Id="rId1" Type="http://schemas.openxmlformats.org/officeDocument/2006/relationships/slideLayout" Target="../slideLayouts/slideLayout43.xml"/><Relationship Id="rId5" Type="http://schemas.openxmlformats.org/officeDocument/2006/relationships/image" Target="../media/image16.svg"/><Relationship Id="rId4" Type="http://schemas.openxmlformats.org/officeDocument/2006/relationships/image" Target="../media/image15.jpeg"/></Relationships>
</file>

<file path=ppt/slides/_rels/slide8.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20.svg"/><Relationship Id="rId2" Type="http://schemas.openxmlformats.org/officeDocument/2006/relationships/notesSlide" Target="../notesSlides/notesSlide8.xml"/><Relationship Id="rId1" Type="http://schemas.openxmlformats.org/officeDocument/2006/relationships/slideLayout" Target="../slideLayouts/slideLayout43.xml"/><Relationship Id="rId6" Type="http://schemas.openxmlformats.org/officeDocument/2006/relationships/image" Target="../media/image19.svg"/><Relationship Id="rId5" Type="http://schemas.openxmlformats.org/officeDocument/2006/relationships/image" Target="../media/image18.svg"/><Relationship Id="rId4" Type="http://schemas.openxmlformats.org/officeDocument/2006/relationships/image" Target="../media/image17.svg"/></Relationships>
</file>

<file path=ppt/slides/_rels/slide9.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notesSlide" Target="../notesSlides/notesSlide9.xml"/><Relationship Id="rId1" Type="http://schemas.openxmlformats.org/officeDocument/2006/relationships/slideLayout" Target="../slideLayouts/slideLayout43.xml"/></Relationships>
</file>

<file path=ppt/slides/_rels/slide1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0.xml"/><Relationship Id="rId1" Type="http://schemas.openxmlformats.org/officeDocument/2006/relationships/slideLayout" Target="../slideLayouts/slideLayout43.xml"/><Relationship Id="rId6" Type="http://schemas.openxmlformats.org/officeDocument/2006/relationships/image" Target="../media/image24.png"/><Relationship Id="rId5" Type="http://schemas.openxmlformats.org/officeDocument/2006/relationships/image" Target="../media/image23.svg"/><Relationship Id="rId4" Type="http://schemas.openxmlformats.org/officeDocument/2006/relationships/image" Target="../media/image22.svg"/></Relationships>
</file>

<file path=ppt/slides/_rels/slide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1.xml"/><Relationship Id="rId1" Type="http://schemas.openxmlformats.org/officeDocument/2006/relationships/slideLayout" Target="../slideLayouts/slideLayout43.xml"/><Relationship Id="rId6" Type="http://schemas.openxmlformats.org/officeDocument/2006/relationships/image" Target="../media/image25.png"/><Relationship Id="rId5" Type="http://schemas.openxmlformats.org/officeDocument/2006/relationships/image" Target="../media/image23.svg"/><Relationship Id="rId4" Type="http://schemas.openxmlformats.org/officeDocument/2006/relationships/image" Target="../media/image22.svg"/></Relationships>
</file>

<file path=ppt/slides/_rels/slide12.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notesSlide" Target="../notesSlides/notesSlide12.xml"/><Relationship Id="rId1" Type="http://schemas.openxmlformats.org/officeDocument/2006/relationships/slideLayout" Target="../slideLayouts/slideLayout43.xml"/></Relationships>
</file>

<file path=ppt/slides/_rels/slide13.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43.xml"/><Relationship Id="rId6" Type="http://schemas.openxmlformats.org/officeDocument/2006/relationships/image" Target="../media/image24.png"/><Relationship Id="rId5" Type="http://schemas.openxmlformats.org/officeDocument/2006/relationships/image" Target="../media/image23.svg"/><Relationship Id="rId4" Type="http://schemas.openxmlformats.org/officeDocument/2006/relationships/image" Target="../media/image22.svg"/></Relationships>
</file>

<file path=ppt/slides/_rels/slide1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notesSlide" Target="../notesSlides/notesSlide14.xml"/><Relationship Id="rId1" Type="http://schemas.openxmlformats.org/officeDocument/2006/relationships/slideLayout" Target="../slideLayouts/slideLayout43.xml"/></Relationships>
</file>

<file path=ppt/slides/_rels/slide1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5.xml"/><Relationship Id="rId1" Type="http://schemas.openxmlformats.org/officeDocument/2006/relationships/slideLayout" Target="../slideLayouts/slideLayout43.xml"/><Relationship Id="rId5" Type="http://schemas.openxmlformats.org/officeDocument/2006/relationships/image" Target="../media/image23.svg"/><Relationship Id="rId4" Type="http://schemas.openxmlformats.org/officeDocument/2006/relationships/image" Target="../media/image22.svg"/></Relationships>
</file>

<file path=ppt/slides/_rels/slide1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6.xml"/><Relationship Id="rId1" Type="http://schemas.openxmlformats.org/officeDocument/2006/relationships/slideLayout" Target="../slideLayouts/slideLayout43.xml"/><Relationship Id="rId5" Type="http://schemas.openxmlformats.org/officeDocument/2006/relationships/image" Target="../media/image28.svg"/><Relationship Id="rId4" Type="http://schemas.openxmlformats.org/officeDocument/2006/relationships/image" Target="../media/image27.jpeg"/></Relationships>
</file>

<file path=ppt/slides/_rels/slide1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7.xml"/><Relationship Id="rId1" Type="http://schemas.openxmlformats.org/officeDocument/2006/relationships/slideLayout" Target="../slideLayouts/slideLayout43.xml"/><Relationship Id="rId5" Type="http://schemas.openxmlformats.org/officeDocument/2006/relationships/image" Target="../media/image30.svg"/><Relationship Id="rId4" Type="http://schemas.openxmlformats.org/officeDocument/2006/relationships/image" Target="../media/image29.jpeg"/></Relationships>
</file>

<file path=ppt/slides/_rels/slide18.xml.rels><?xml version="1.0" encoding="UTF-8" standalone="yes"?>
<Relationships xmlns="http://schemas.openxmlformats.org/package/2006/relationships"><Relationship Id="rId8" Type="http://schemas.openxmlformats.org/officeDocument/2006/relationships/image" Target="../media/image35.svg"/><Relationship Id="rId3" Type="http://schemas.openxmlformats.org/officeDocument/2006/relationships/image" Target="../media/image5.svg"/><Relationship Id="rId7" Type="http://schemas.openxmlformats.org/officeDocument/2006/relationships/image" Target="../media/image34.svg"/><Relationship Id="rId2" Type="http://schemas.openxmlformats.org/officeDocument/2006/relationships/notesSlide" Target="../notesSlides/notesSlide18.xml"/><Relationship Id="rId1" Type="http://schemas.openxmlformats.org/officeDocument/2006/relationships/slideLayout" Target="../slideLayouts/slideLayout43.xml"/><Relationship Id="rId6" Type="http://schemas.openxmlformats.org/officeDocument/2006/relationships/image" Target="../media/image33.svg"/><Relationship Id="rId5" Type="http://schemas.openxmlformats.org/officeDocument/2006/relationships/image" Target="../media/image32.svg"/><Relationship Id="rId4" Type="http://schemas.openxmlformats.org/officeDocument/2006/relationships/image" Target="../media/image31.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F8D291D-FF8E-4FF4-9029-5975CED294F8}"/>
              </a:ext>
            </a:extLst>
          </p:cNvPr>
          <p:cNvPicPr>
            <a:picLocks noGrp="1" noChangeAspect="1"/>
          </p:cNvPicPr>
          <p:nvPr>
            <p:ph sz="quarter" idx="18"/>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pic>
        <p:nvPicPr>
          <p:cNvPr id="6" name="Content Placeholder 5" descr="Diagnosis and treatment of ENT diseases. Nasal and oral cavity anatomical model on a table over background doctor doing throat exam for patient">
            <a:extLst>
              <a:ext uri="{FF2B5EF4-FFF2-40B4-BE49-F238E27FC236}">
                <a16:creationId xmlns:a16="http://schemas.microsoft.com/office/drawing/2014/main" id="{609CB606-4F78-45EC-8DAA-472D9EFA02D0}"/>
              </a:ext>
            </a:extLst>
          </p:cNvPr>
          <p:cNvPicPr>
            <a:picLocks noGrp="1" noChangeAspect="1"/>
          </p:cNvPicPr>
          <p:nvPr>
            <p:ph sz="quarter" idx="19"/>
          </p:nvPr>
        </p:nvPicPr>
        <p:blipFill>
          <a:blip r:embed="rId4"/>
          <a:stretch>
            <a:fillRect/>
          </a:stretch>
        </p:blipFill>
        <p:spPr>
          <a:xfrm>
            <a:off x="5334000" y="0"/>
            <a:ext cx="6858000" cy="6858000"/>
          </a:xfrm>
          <a:prstGeom prst="rect">
            <a:avLst/>
          </a:prstGeom>
        </p:spPr>
      </p:pic>
      <p:pic>
        <p:nvPicPr>
          <p:cNvPr id="7" name="Graphic 6">
            <a:extLst>
              <a:ext uri="{FF2B5EF4-FFF2-40B4-BE49-F238E27FC236}">
                <a16:creationId xmlns:a16="http://schemas.microsoft.com/office/drawing/2014/main" id="{0D5DB2D4-298C-49F9-9AC6-DBAA3EF6BC3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9663" y="545326"/>
            <a:ext cx="4953000" cy="2476500"/>
          </a:xfrm>
          <a:prstGeom prst="rect">
            <a:avLst/>
          </a:prstGeom>
        </p:spPr>
      </p:pic>
      <p:pic>
        <p:nvPicPr>
          <p:cNvPr id="8" name="Graphic 7">
            <a:extLst>
              <a:ext uri="{FF2B5EF4-FFF2-40B4-BE49-F238E27FC236}">
                <a16:creationId xmlns:a16="http://schemas.microsoft.com/office/drawing/2014/main" id="{B0150BF6-51E1-42E5-88BA-A27A17284F5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19125" y="5038725"/>
            <a:ext cx="4953000" cy="1143000"/>
          </a:xfrm>
          <a:prstGeom prst="rect">
            <a:avLst/>
          </a:prstGeom>
        </p:spPr>
      </p:pic>
      <p:sp>
        <p:nvSpPr>
          <p:cNvPr id="9" name="TextBox 8">
            <a:extLst>
              <a:ext uri="{FF2B5EF4-FFF2-40B4-BE49-F238E27FC236}">
                <a16:creationId xmlns:a16="http://schemas.microsoft.com/office/drawing/2014/main" id="{29E360D5-C8D9-4E10-831D-85363092994B}"/>
              </a:ext>
            </a:extLst>
          </p:cNvPr>
          <p:cNvSpPr txBox="1"/>
          <p:nvPr/>
        </p:nvSpPr>
        <p:spPr>
          <a:xfrm>
            <a:off x="190500" y="771525"/>
            <a:ext cx="4953000" cy="2095500"/>
          </a:xfrm>
          <a:prstGeom prst="rect">
            <a:avLst/>
          </a:prstGeom>
          <a:noFill/>
        </p:spPr>
        <p:txBody>
          <a:bodyPr wrap="square" rtlCol="0">
            <a:normAutofit fontScale="70000" lnSpcReduction="20000"/>
          </a:bodyPr>
          <a:lstStyle/>
          <a:p>
            <a:pPr marL="0" algn="l">
              <a:spcBef>
                <a:spcPts val="1650"/>
              </a:spcBef>
              <a:spcAft>
                <a:spcPts val="1350"/>
              </a:spcAft>
              <a:buNone/>
            </a:pPr>
            <a:r>
              <a:rPr sz="3750" b="1" dirty="0">
                <a:solidFill>
                  <a:srgbClr val="0C2101"/>
                </a:solidFill>
                <a:effectLst/>
                <a:latin typeface="Aptos Display" panose="020B0004020202020204" pitchFamily="34" charset="0"/>
              </a:rPr>
              <a:t>Journal Club: </a:t>
            </a:r>
            <a:r>
              <a:rPr lang="en-US" sz="3750" b="1" dirty="0">
                <a:solidFill>
                  <a:srgbClr val="0C2101"/>
                </a:solidFill>
                <a:effectLst/>
                <a:latin typeface="Aptos Display" panose="020B0004020202020204" pitchFamily="34" charset="0"/>
              </a:rPr>
              <a:t>Anxiolytic effects of quetiapine and lithium and anxiety as a moderator of the antidepressant effect </a:t>
            </a:r>
            <a:r>
              <a:rPr sz="3750" b="1" dirty="0">
                <a:solidFill>
                  <a:srgbClr val="0C2101"/>
                </a:solidFill>
                <a:effectLst/>
                <a:latin typeface="Aptos Display" panose="020B0004020202020204" pitchFamily="34" charset="0"/>
              </a:rPr>
              <a:t>(PMID 41762225) </a:t>
            </a:r>
            <a:endParaRPr lang="en-US" dirty="0"/>
          </a:p>
        </p:txBody>
      </p:sp>
      <p:sp>
        <p:nvSpPr>
          <p:cNvPr id="10" name="TextBox 9">
            <a:extLst>
              <a:ext uri="{FF2B5EF4-FFF2-40B4-BE49-F238E27FC236}">
                <a16:creationId xmlns:a16="http://schemas.microsoft.com/office/drawing/2014/main" id="{DC0AC4F4-8F47-43D6-82F0-43DE69ABB167}"/>
              </a:ext>
            </a:extLst>
          </p:cNvPr>
          <p:cNvSpPr txBox="1"/>
          <p:nvPr/>
        </p:nvSpPr>
        <p:spPr>
          <a:xfrm>
            <a:off x="847725" y="5210175"/>
            <a:ext cx="4838460" cy="911999"/>
          </a:xfrm>
          <a:prstGeom prst="rect">
            <a:avLst/>
          </a:prstGeom>
          <a:noFill/>
        </p:spPr>
        <p:txBody>
          <a:bodyPr wrap="square" rtlCol="0">
            <a:normAutofit fontScale="92500" lnSpcReduction="10000"/>
          </a:bodyPr>
          <a:lstStyle/>
          <a:p>
            <a:pPr marL="0" algn="l">
              <a:spcBef>
                <a:spcPts val="1350"/>
              </a:spcBef>
              <a:spcAft>
                <a:spcPts val="1200"/>
              </a:spcAft>
              <a:buNone/>
            </a:pPr>
            <a:r>
              <a:rPr lang="en-US" b="1" dirty="0"/>
              <a:t>By Emilio Hospedales, MD</a:t>
            </a:r>
          </a:p>
          <a:p>
            <a:pPr marL="0" algn="l">
              <a:spcBef>
                <a:spcPts val="1350"/>
              </a:spcBef>
              <a:spcAft>
                <a:spcPts val="1200"/>
              </a:spcAft>
              <a:buNone/>
            </a:pPr>
            <a:r>
              <a:rPr lang="en-US" b="1" dirty="0"/>
              <a:t>PGY 2 Resident</a:t>
            </a:r>
          </a:p>
        </p:txBody>
      </p:sp>
    </p:spTree>
    <p:extLst>
      <p:ext uri="{BB962C8B-B14F-4D97-AF65-F5344CB8AC3E}">
        <p14:creationId xmlns:p14="http://schemas.microsoft.com/office/powerpoint/2010/main" val="38138600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3EE9D9A-099D-411E-942B-CEB15DAFC03D}"/>
              </a:ext>
            </a:extLst>
          </p:cNvPr>
          <p:cNvPicPr>
            <a:picLocks noGrp="1" noChangeAspect="1"/>
          </p:cNvPicPr>
          <p:nvPr>
            <p:ph sz="quarter" idx="18"/>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pic>
        <p:nvPicPr>
          <p:cNvPr id="6" name="Content Placeholder 5">
            <a:extLst>
              <a:ext uri="{FF2B5EF4-FFF2-40B4-BE49-F238E27FC236}">
                <a16:creationId xmlns:a16="http://schemas.microsoft.com/office/drawing/2014/main" id="{6014F24B-AF39-4313-996B-F8D4333909E1}"/>
              </a:ext>
            </a:extLst>
          </p:cNvPr>
          <p:cNvPicPr>
            <a:picLocks noGrp="1" noChangeAspect="1"/>
          </p:cNvPicPr>
          <p:nvPr>
            <p:ph sz="quarter" idx="19"/>
          </p:nvPr>
        </p:nvPicPr>
        <p:blipFill>
          <a:blip>
            <a:extLst>
              <a:ext uri="{96DAC541-7B7A-43D3-8B79-37D633B846F1}">
                <asvg:svgBlip xmlns:asvg="http://schemas.microsoft.com/office/drawing/2016/SVG/main" r:embed="rId4"/>
              </a:ext>
            </a:extLst>
          </a:blip>
          <a:stretch>
            <a:fillRect/>
          </a:stretch>
        </p:blipFill>
        <p:spPr>
          <a:xfrm>
            <a:off x="771525" y="2409825"/>
            <a:ext cx="10668000" cy="3429000"/>
          </a:xfrm>
          <a:prstGeom prst="rect">
            <a:avLst/>
          </a:prstGeom>
        </p:spPr>
      </p:pic>
      <p:sp>
        <p:nvSpPr>
          <p:cNvPr id="7" name="TextBox 6">
            <a:extLst>
              <a:ext uri="{FF2B5EF4-FFF2-40B4-BE49-F238E27FC236}">
                <a16:creationId xmlns:a16="http://schemas.microsoft.com/office/drawing/2014/main" id="{2D7CAFFF-1506-41AE-BA30-A06D7021C08B}"/>
              </a:ext>
            </a:extLst>
          </p:cNvPr>
          <p:cNvSpPr txBox="1"/>
          <p:nvPr/>
        </p:nvSpPr>
        <p:spPr>
          <a:xfrm>
            <a:off x="771525" y="695325"/>
            <a:ext cx="12172950" cy="973038"/>
          </a:xfrm>
          <a:prstGeom prst="rect">
            <a:avLst/>
          </a:prstGeom>
          <a:noFill/>
        </p:spPr>
        <p:txBody>
          <a:bodyPr wrap="square" rtlCol="0">
            <a:normAutofit fontScale="92500" lnSpcReduction="20000"/>
          </a:bodyPr>
          <a:lstStyle/>
          <a:p>
            <a:pPr marL="0" marR="0" algn="l">
              <a:buNone/>
            </a:pPr>
            <a:r>
              <a:rPr sz="3900" b="1">
                <a:solidFill>
                  <a:srgbClr val="0C2101"/>
                </a:solidFill>
                <a:effectLst/>
                <a:latin typeface="Aptos Display" panose="020B0004020202020204" pitchFamily="34" charset="0"/>
              </a:rPr>
              <a:t>Why This Study Matters </a:t>
            </a:r>
            <a:endParaRPr>
              <a:effectLst/>
            </a:endParaRPr>
          </a:p>
          <a:p>
            <a:pPr marL="0" marR="0" algn="l">
              <a:spcBef>
                <a:spcPts val="750"/>
              </a:spcBef>
              <a:buNone/>
            </a:pPr>
            <a:r>
              <a:rPr sz="2250" b="1">
                <a:solidFill>
                  <a:srgbClr val="0C2101"/>
                </a:solidFill>
                <a:effectLst/>
                <a:latin typeface="Aptos Display" panose="020B0004020202020204" pitchFamily="34" charset="0"/>
              </a:rPr>
              <a:t>Clinical rationale for journal club </a:t>
            </a:r>
            <a:endParaRPr lang="en-US"/>
          </a:p>
        </p:txBody>
      </p:sp>
      <p:sp>
        <p:nvSpPr>
          <p:cNvPr id="8" name="TextBox 7">
            <a:extLst>
              <a:ext uri="{FF2B5EF4-FFF2-40B4-BE49-F238E27FC236}">
                <a16:creationId xmlns:a16="http://schemas.microsoft.com/office/drawing/2014/main" id="{089C69C7-892C-4BA4-B8A5-C3FCBB12B134}"/>
              </a:ext>
            </a:extLst>
          </p:cNvPr>
          <p:cNvSpPr txBox="1"/>
          <p:nvPr/>
        </p:nvSpPr>
        <p:spPr>
          <a:xfrm>
            <a:off x="773643" y="2405593"/>
            <a:ext cx="11006666" cy="3047585"/>
          </a:xfrm>
          <a:prstGeom prst="rect">
            <a:avLst/>
          </a:prstGeom>
          <a:noFill/>
        </p:spPr>
        <p:txBody>
          <a:bodyPr wrap="square" lIns="91440" tIns="45720" rIns="91440" bIns="45720" rtlCol="0" anchor="t">
            <a:noAutofit/>
          </a:bodyPr>
          <a:lstStyle/>
          <a:p>
            <a:pPr>
              <a:spcBef>
                <a:spcPts val="2550"/>
              </a:spcBef>
            </a:pPr>
            <a:r>
              <a:rPr sz="2000" b="1">
                <a:solidFill>
                  <a:srgbClr val="0C2101"/>
                </a:solidFill>
                <a:effectLst/>
                <a:latin typeface="Aptos Display"/>
              </a:rPr>
              <a:t>Burden:</a:t>
            </a:r>
            <a:r>
              <a:rPr lang="en-US" sz="2000" b="1">
                <a:solidFill>
                  <a:srgbClr val="0C2101"/>
                </a:solidFill>
                <a:latin typeface="Aptos Display"/>
              </a:rPr>
              <a:t> </a:t>
            </a:r>
            <a:r>
              <a:rPr lang="en-US" sz="2000">
                <a:solidFill>
                  <a:srgbClr val="0C2101"/>
                </a:solidFill>
                <a:latin typeface="Aptos Display"/>
              </a:rPr>
              <a:t>Depression</a:t>
            </a:r>
            <a:r>
              <a:rPr sz="2000" b="0">
                <a:solidFill>
                  <a:srgbClr val="0C2101"/>
                </a:solidFill>
                <a:effectLst/>
                <a:latin typeface="Aptos Display"/>
              </a:rPr>
              <a:t> is common, disabling, and costly—driving morbidity, functional impairment, relapse risk, and frequent health-system use.</a:t>
            </a:r>
            <a:endParaRPr lang="en-US" sz="2000">
              <a:effectLst/>
              <a:latin typeface="Aptos Display"/>
            </a:endParaRPr>
          </a:p>
          <a:p>
            <a:pPr>
              <a:spcBef>
                <a:spcPts val="2550"/>
              </a:spcBef>
            </a:pPr>
            <a:r>
              <a:rPr lang="en-US" sz="2000" b="1">
                <a:solidFill>
                  <a:srgbClr val="0C2101"/>
                </a:solidFill>
                <a:latin typeface="Aptos Display"/>
              </a:rPr>
              <a:t>Question</a:t>
            </a:r>
            <a:r>
              <a:rPr lang="en-US" sz="2000">
                <a:solidFill>
                  <a:srgbClr val="0C2101"/>
                </a:solidFill>
                <a:latin typeface="Aptos Display"/>
              </a:rPr>
              <a:t>: What brain structure results in atrophy due to depression?</a:t>
            </a:r>
          </a:p>
          <a:p>
            <a:pPr marL="0" algn="l">
              <a:spcBef>
                <a:spcPts val="1200"/>
              </a:spcBef>
              <a:buNone/>
            </a:pPr>
            <a:r>
              <a:rPr sz="2000" b="1">
                <a:solidFill>
                  <a:srgbClr val="0C2101"/>
                </a:solidFill>
                <a:effectLst/>
                <a:latin typeface="Aptos Display"/>
              </a:rPr>
              <a:t>Evidence gap:</a:t>
            </a:r>
            <a:r>
              <a:rPr sz="2000" b="0">
                <a:solidFill>
                  <a:srgbClr val="0C2101"/>
                </a:solidFill>
                <a:effectLst/>
                <a:latin typeface="Aptos Display"/>
              </a:rPr>
              <a:t> prior trials and meta-analyses can be inconsistent or hard to generalize (short follow-up, narrow samples, surrogate outcomes, or residual confounding), leaving uncertainty about real-world effectiveness and safety. </a:t>
            </a:r>
            <a:endParaRPr sz="2000">
              <a:effectLst/>
              <a:latin typeface="Aptos Display"/>
            </a:endParaRPr>
          </a:p>
          <a:p>
            <a:pPr>
              <a:spcBef>
                <a:spcPts val="1200"/>
              </a:spcBef>
            </a:pPr>
            <a:r>
              <a:rPr sz="2000" b="1">
                <a:solidFill>
                  <a:srgbClr val="0C2101"/>
                </a:solidFill>
                <a:effectLst/>
                <a:latin typeface="Aptos Display"/>
              </a:rPr>
              <a:t>Clinical decision-making:</a:t>
            </a:r>
            <a:r>
              <a:rPr lang="en-US" sz="2000">
                <a:solidFill>
                  <a:srgbClr val="0C2101"/>
                </a:solidFill>
                <a:latin typeface="Aptos Display"/>
              </a:rPr>
              <a:t>  The toolbox. This</a:t>
            </a:r>
            <a:r>
              <a:rPr sz="2000" b="0">
                <a:solidFill>
                  <a:srgbClr val="0C2101"/>
                </a:solidFill>
                <a:effectLst/>
                <a:latin typeface="Aptos Display"/>
              </a:rPr>
              <a:t> question affects everyday patients seen in outpatient and inpatient settings; the study tests (in plain terms) whether the intervention/exposure meaningfully improves patient-important outcomes enough to change routine practice. </a:t>
            </a:r>
            <a:endParaRPr lang="en-US" sz="2000">
              <a:latin typeface="Aptos Display"/>
            </a:endParaRPr>
          </a:p>
        </p:txBody>
      </p:sp>
    </p:spTree>
    <p:extLst>
      <p:ext uri="{BB962C8B-B14F-4D97-AF65-F5344CB8AC3E}">
        <p14:creationId xmlns:p14="http://schemas.microsoft.com/office/powerpoint/2010/main" val="5070251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D2DEC0A-D620-4E50-833F-4EF7AAE2D08A}"/>
              </a:ext>
            </a:extLst>
          </p:cNvPr>
          <p:cNvPicPr>
            <a:picLocks noGrp="1" noChangeAspect="1"/>
          </p:cNvPicPr>
          <p:nvPr>
            <p:ph sz="quarter" idx="18"/>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pic>
        <p:nvPicPr>
          <p:cNvPr id="6" name="Content Placeholder 5" descr="Modern Empty Biological Applied Science Laboratory with Technological Microscopes, Glass Test Tubes, Micropipettes and Desktop Computers and Displays. PC's are Running Sophisticated DNA Calculations.">
            <a:extLst>
              <a:ext uri="{FF2B5EF4-FFF2-40B4-BE49-F238E27FC236}">
                <a16:creationId xmlns:a16="http://schemas.microsoft.com/office/drawing/2014/main" id="{4FE1E3ED-81B2-4D33-A544-7DF2A9195C3B}"/>
              </a:ext>
            </a:extLst>
          </p:cNvPr>
          <p:cNvPicPr>
            <a:picLocks noGrp="1" noChangeAspect="1"/>
          </p:cNvPicPr>
          <p:nvPr>
            <p:ph sz="quarter" idx="19"/>
          </p:nvPr>
        </p:nvPicPr>
        <p:blipFill>
          <a:blip r:embed="rId4"/>
          <a:stretch>
            <a:fillRect/>
          </a:stretch>
        </p:blipFill>
        <p:spPr>
          <a:xfrm>
            <a:off x="0" y="0"/>
            <a:ext cx="12192000" cy="6858000"/>
          </a:xfrm>
          <a:prstGeom prst="rect">
            <a:avLst/>
          </a:prstGeom>
        </p:spPr>
      </p:pic>
      <p:pic>
        <p:nvPicPr>
          <p:cNvPr id="7" name="Graphic 6">
            <a:extLst>
              <a:ext uri="{FF2B5EF4-FFF2-40B4-BE49-F238E27FC236}">
                <a16:creationId xmlns:a16="http://schemas.microsoft.com/office/drawing/2014/main" id="{73A88838-F2BA-4B21-9349-22A1B4E25B3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09600" y="3848100"/>
            <a:ext cx="7239000" cy="2362200"/>
          </a:xfrm>
          <a:prstGeom prst="rect">
            <a:avLst/>
          </a:prstGeom>
        </p:spPr>
      </p:pic>
      <p:sp>
        <p:nvSpPr>
          <p:cNvPr id="8" name="TextBox 7">
            <a:extLst>
              <a:ext uri="{FF2B5EF4-FFF2-40B4-BE49-F238E27FC236}">
                <a16:creationId xmlns:a16="http://schemas.microsoft.com/office/drawing/2014/main" id="{F4EB0C28-706A-4606-8105-430649D016C2}"/>
              </a:ext>
            </a:extLst>
          </p:cNvPr>
          <p:cNvSpPr txBox="1"/>
          <p:nvPr/>
        </p:nvSpPr>
        <p:spPr>
          <a:xfrm>
            <a:off x="609600" y="4171950"/>
            <a:ext cx="7239000" cy="534888"/>
          </a:xfrm>
          <a:prstGeom prst="rect">
            <a:avLst/>
          </a:prstGeom>
          <a:noFill/>
        </p:spPr>
        <p:txBody>
          <a:bodyPr wrap="square" rtlCol="0">
            <a:normAutofit fontScale="85000" lnSpcReduction="20000"/>
          </a:bodyPr>
          <a:lstStyle/>
          <a:p>
            <a:pPr marL="0" marR="0" algn="l">
              <a:buNone/>
            </a:pPr>
            <a:r>
              <a:rPr sz="3900" b="1">
                <a:solidFill>
                  <a:srgbClr val="0C2101"/>
                </a:solidFill>
                <a:effectLst/>
                <a:latin typeface="Aptos Display" panose="020B0004020202020204" pitchFamily="34" charset="0"/>
              </a:rPr>
              <a:t>Study Design and Methods </a:t>
            </a:r>
            <a:endParaRPr lang="en-US"/>
          </a:p>
        </p:txBody>
      </p:sp>
      <p:sp>
        <p:nvSpPr>
          <p:cNvPr id="9" name="TextBox 8">
            <a:extLst>
              <a:ext uri="{FF2B5EF4-FFF2-40B4-BE49-F238E27FC236}">
                <a16:creationId xmlns:a16="http://schemas.microsoft.com/office/drawing/2014/main" id="{6103E381-EADD-4A80-9D07-A110DB9C9F4D}"/>
              </a:ext>
            </a:extLst>
          </p:cNvPr>
          <p:cNvSpPr txBox="1"/>
          <p:nvPr/>
        </p:nvSpPr>
        <p:spPr>
          <a:xfrm>
            <a:off x="609600" y="5105400"/>
            <a:ext cx="7239000" cy="357187"/>
          </a:xfrm>
          <a:prstGeom prst="rect">
            <a:avLst/>
          </a:prstGeom>
          <a:noFill/>
        </p:spPr>
        <p:txBody>
          <a:bodyPr wrap="square" rtlCol="0">
            <a:normAutofit fontScale="85000" lnSpcReduction="10000"/>
          </a:bodyPr>
          <a:lstStyle/>
          <a:p>
            <a:pPr marL="0" marR="0" algn="l">
              <a:buNone/>
            </a:pPr>
            <a:r>
              <a:rPr sz="2250" b="1">
                <a:solidFill>
                  <a:srgbClr val="0C2101"/>
                </a:solidFill>
                <a:effectLst/>
                <a:latin typeface="Aptos Display" panose="020B0004020202020204" pitchFamily="34" charset="0"/>
              </a:rPr>
              <a:t>Design, setting, and methodological approach </a:t>
            </a:r>
            <a:endParaRPr lang="en-US"/>
          </a:p>
        </p:txBody>
      </p:sp>
    </p:spTree>
    <p:extLst>
      <p:ext uri="{BB962C8B-B14F-4D97-AF65-F5344CB8AC3E}">
        <p14:creationId xmlns:p14="http://schemas.microsoft.com/office/powerpoint/2010/main" val="39032737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681785E-E771-457E-974B-6FEFBEA78B55}"/>
              </a:ext>
            </a:extLst>
          </p:cNvPr>
          <p:cNvPicPr>
            <a:picLocks noGrp="1" noChangeAspect="1"/>
          </p:cNvPicPr>
          <p:nvPr>
            <p:ph sz="quarter" idx="18"/>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pic>
        <p:nvPicPr>
          <p:cNvPr id="6" name="Content Placeholder 5">
            <a:extLst>
              <a:ext uri="{FF2B5EF4-FFF2-40B4-BE49-F238E27FC236}">
                <a16:creationId xmlns:a16="http://schemas.microsoft.com/office/drawing/2014/main" id="{404929C2-0689-4D03-9E23-5D21672C2D0A}"/>
              </a:ext>
            </a:extLst>
          </p:cNvPr>
          <p:cNvPicPr>
            <a:picLocks noGrp="1" noChangeAspect="1"/>
          </p:cNvPicPr>
          <p:nvPr>
            <p:ph sz="quarter" idx="19"/>
          </p:nvPr>
        </p:nvPicPr>
        <p:blipFill>
          <a:blip>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7" name="Graphic 6">
            <a:extLst>
              <a:ext uri="{FF2B5EF4-FFF2-40B4-BE49-F238E27FC236}">
                <a16:creationId xmlns:a16="http://schemas.microsoft.com/office/drawing/2014/main" id="{5A85BE92-35AA-4ADB-ABE7-3D2FA4DE81B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58" y="2009775"/>
            <a:ext cx="12191999" cy="5047357"/>
          </a:xfrm>
          <a:prstGeom prst="rect">
            <a:avLst/>
          </a:prstGeom>
        </p:spPr>
      </p:pic>
      <p:sp>
        <p:nvSpPr>
          <p:cNvPr id="8" name="TextBox 7">
            <a:extLst>
              <a:ext uri="{FF2B5EF4-FFF2-40B4-BE49-F238E27FC236}">
                <a16:creationId xmlns:a16="http://schemas.microsoft.com/office/drawing/2014/main" id="{E04C2E6A-2C2C-4150-A31F-D6B50FDCFFFE}"/>
              </a:ext>
            </a:extLst>
          </p:cNvPr>
          <p:cNvSpPr txBox="1"/>
          <p:nvPr/>
        </p:nvSpPr>
        <p:spPr>
          <a:xfrm>
            <a:off x="771525" y="619125"/>
            <a:ext cx="10648950" cy="923925"/>
          </a:xfrm>
          <a:prstGeom prst="rect">
            <a:avLst/>
          </a:prstGeom>
          <a:noFill/>
        </p:spPr>
        <p:txBody>
          <a:bodyPr wrap="square" rtlCol="0">
            <a:normAutofit fontScale="92500" lnSpcReduction="20000"/>
          </a:bodyPr>
          <a:lstStyle/>
          <a:p>
            <a:pPr marL="0" marR="0" algn="l">
              <a:buNone/>
            </a:pPr>
            <a:r>
              <a:rPr sz="3750" b="1">
                <a:solidFill>
                  <a:srgbClr val="0C2101"/>
                </a:solidFill>
                <a:effectLst/>
                <a:latin typeface="Aptos Display" panose="020B0004020202020204" pitchFamily="34" charset="0"/>
              </a:rPr>
              <a:t>Design &amp; Methods </a:t>
            </a:r>
            <a:endParaRPr>
              <a:effectLst/>
            </a:endParaRPr>
          </a:p>
          <a:p>
            <a:pPr marL="0" marR="0" algn="l">
              <a:spcBef>
                <a:spcPts val="750"/>
              </a:spcBef>
              <a:buNone/>
            </a:pPr>
            <a:r>
              <a:rPr sz="2250" b="1">
                <a:solidFill>
                  <a:srgbClr val="0C2101"/>
                </a:solidFill>
                <a:effectLst/>
                <a:latin typeface="Aptos Display" panose="020B0004020202020204" pitchFamily="34" charset="0"/>
              </a:rPr>
              <a:t>Setting and methodological approach </a:t>
            </a:r>
            <a:endParaRPr lang="en-US"/>
          </a:p>
        </p:txBody>
      </p:sp>
      <p:sp>
        <p:nvSpPr>
          <p:cNvPr id="9" name="TextBox 8">
            <a:extLst>
              <a:ext uri="{FF2B5EF4-FFF2-40B4-BE49-F238E27FC236}">
                <a16:creationId xmlns:a16="http://schemas.microsoft.com/office/drawing/2014/main" id="{9CE5747D-097D-4A88-9791-E342541C5139}"/>
              </a:ext>
            </a:extLst>
          </p:cNvPr>
          <p:cNvSpPr txBox="1"/>
          <p:nvPr/>
        </p:nvSpPr>
        <p:spPr>
          <a:xfrm>
            <a:off x="5291" y="2011892"/>
            <a:ext cx="12170834" cy="3696923"/>
          </a:xfrm>
          <a:prstGeom prst="rect">
            <a:avLst/>
          </a:prstGeom>
          <a:noFill/>
        </p:spPr>
        <p:txBody>
          <a:bodyPr wrap="square" lIns="91440" tIns="45720" rIns="91440" bIns="45720" rtlCol="0" anchor="t">
            <a:noAutofit/>
          </a:bodyPr>
          <a:lstStyle/>
          <a:p>
            <a:pPr>
              <a:spcBef>
                <a:spcPts val="2100"/>
              </a:spcBef>
            </a:pPr>
            <a:r>
              <a:rPr lang="en-US" sz="2000" dirty="0">
                <a:solidFill>
                  <a:srgbClr val="0C2101"/>
                </a:solidFill>
                <a:latin typeface="Aptos Display"/>
              </a:rPr>
              <a:t>What type of study design?</a:t>
            </a:r>
          </a:p>
          <a:p>
            <a:pPr marL="285750">
              <a:spcBef>
                <a:spcPts val="2100"/>
              </a:spcBef>
              <a:buFont typeface="Calibri"/>
              <a:buChar char="-"/>
            </a:pPr>
            <a:r>
              <a:rPr lang="en-US" sz="2000" dirty="0">
                <a:solidFill>
                  <a:srgbClr val="0C2101"/>
                </a:solidFill>
                <a:latin typeface="Aptos Display"/>
              </a:rPr>
              <a:t>Re-analysis of an open label randomized trial</a:t>
            </a:r>
          </a:p>
          <a:p>
            <a:pPr>
              <a:spcBef>
                <a:spcPts val="1050"/>
              </a:spcBef>
            </a:pPr>
            <a:r>
              <a:rPr lang="en-US" sz="2000" dirty="0">
                <a:solidFill>
                  <a:srgbClr val="0C2101"/>
                </a:solidFill>
                <a:latin typeface="Aptos Display"/>
              </a:rPr>
              <a:t>Describe setting and recruitment: </a:t>
            </a:r>
          </a:p>
          <a:p>
            <a:pPr>
              <a:spcBef>
                <a:spcPts val="1050"/>
              </a:spcBef>
            </a:pPr>
            <a:r>
              <a:rPr lang="en-US" sz="2000" dirty="0">
                <a:solidFill>
                  <a:srgbClr val="0C2101"/>
                </a:solidFill>
                <a:latin typeface="Aptos Display"/>
              </a:rPr>
              <a:t> - Patients with TRD across several UK sites, Patients over 18 yrs, and TRD defined as failing to adequately respond to at least 2 antidepressant therapies in the current episode each prescribed for at least 6 weeks at minimum therapeutic dose. No </a:t>
            </a:r>
            <a:r>
              <a:rPr lang="en-US" sz="2000" dirty="0" err="1">
                <a:solidFill>
                  <a:srgbClr val="0C2101"/>
                </a:solidFill>
                <a:latin typeface="Aptos Display"/>
              </a:rPr>
              <a:t>hx</a:t>
            </a:r>
            <a:r>
              <a:rPr lang="en-US" sz="2000" dirty="0">
                <a:solidFill>
                  <a:srgbClr val="0C2101"/>
                </a:solidFill>
                <a:latin typeface="Aptos Display"/>
              </a:rPr>
              <a:t> of lithium or Seroquel and had HAM-D score of at least 14. Patients were stratified from moderate 14-18, severe 19-22, and very severe greater than 23</a:t>
            </a:r>
          </a:p>
          <a:p>
            <a:pPr>
              <a:spcBef>
                <a:spcPts val="1050"/>
              </a:spcBef>
            </a:pPr>
            <a:r>
              <a:rPr lang="en-US" sz="2000" dirty="0">
                <a:solidFill>
                  <a:srgbClr val="0C2101"/>
                </a:solidFill>
                <a:latin typeface="Aptos Display"/>
              </a:rPr>
              <a:t>How long were the patients followed?</a:t>
            </a:r>
          </a:p>
          <a:p>
            <a:pPr marL="285750">
              <a:spcBef>
                <a:spcPts val="1050"/>
              </a:spcBef>
              <a:buFont typeface="Calibri"/>
              <a:buChar char="-"/>
            </a:pPr>
            <a:r>
              <a:rPr lang="en-US" sz="2000" dirty="0">
                <a:solidFill>
                  <a:srgbClr val="0C2101"/>
                </a:solidFill>
                <a:latin typeface="Aptos Display"/>
              </a:rPr>
              <a:t>52 weeks</a:t>
            </a:r>
          </a:p>
          <a:p>
            <a:pPr>
              <a:spcBef>
                <a:spcPts val="1050"/>
              </a:spcBef>
            </a:pPr>
            <a:r>
              <a:rPr lang="en-US" sz="2000" dirty="0">
                <a:solidFill>
                  <a:srgbClr val="0C2101"/>
                </a:solidFill>
                <a:latin typeface="Aptos Display"/>
              </a:rPr>
              <a:t>What were the target doses?</a:t>
            </a:r>
          </a:p>
          <a:p>
            <a:pPr marL="285750">
              <a:spcBef>
                <a:spcPts val="1050"/>
              </a:spcBef>
              <a:buFont typeface="Calibri"/>
              <a:buChar char="-"/>
            </a:pPr>
            <a:r>
              <a:rPr lang="en-US" sz="2000" dirty="0">
                <a:solidFill>
                  <a:srgbClr val="0C2101"/>
                </a:solidFill>
                <a:latin typeface="Aptos Display"/>
              </a:rPr>
              <a:t>Lithium plasma between 0.6-1.2 and Seroquel 150-300 mg/day</a:t>
            </a:r>
          </a:p>
          <a:p>
            <a:pPr marL="285750">
              <a:spcBef>
                <a:spcPts val="1050"/>
              </a:spcBef>
            </a:pPr>
            <a:endParaRPr lang="en-US" sz="2000" dirty="0">
              <a:solidFill>
                <a:srgbClr val="0C2101"/>
              </a:solidFill>
              <a:latin typeface="Aptos Display"/>
            </a:endParaRPr>
          </a:p>
          <a:p>
            <a:pPr marL="285750">
              <a:spcBef>
                <a:spcPts val="1050"/>
              </a:spcBef>
            </a:pPr>
            <a:endParaRPr lang="en-US" sz="2000" dirty="0">
              <a:solidFill>
                <a:srgbClr val="0C2101"/>
              </a:solidFill>
              <a:latin typeface="Aptos Display"/>
            </a:endParaRPr>
          </a:p>
          <a:p>
            <a:pPr marL="285750">
              <a:spcBef>
                <a:spcPts val="1050"/>
              </a:spcBef>
              <a:buFont typeface="Calibri"/>
              <a:buChar char="-"/>
            </a:pPr>
            <a:endParaRPr lang="en-US" sz="2000" dirty="0">
              <a:solidFill>
                <a:srgbClr val="0C2101"/>
              </a:solidFill>
              <a:latin typeface="Aptos Display"/>
            </a:endParaRPr>
          </a:p>
        </p:txBody>
      </p:sp>
    </p:spTree>
    <p:extLst>
      <p:ext uri="{BB962C8B-B14F-4D97-AF65-F5344CB8AC3E}">
        <p14:creationId xmlns:p14="http://schemas.microsoft.com/office/powerpoint/2010/main" val="38463442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3A5BB93-69A5-4CA0-8BEF-7A300E11328F}"/>
              </a:ext>
            </a:extLst>
          </p:cNvPr>
          <p:cNvPicPr>
            <a:picLocks noGrp="1" noChangeAspect="1"/>
          </p:cNvPicPr>
          <p:nvPr>
            <p:ph sz="quarter" idx="18"/>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C0971ED2-2BFE-2BC6-3C29-FFED0AAE5082}"/>
              </a:ext>
            </a:extLst>
          </p:cNvPr>
          <p:cNvSpPr>
            <a:spLocks noGrp="1"/>
          </p:cNvSpPr>
          <p:nvPr>
            <p:ph sz="quarter" idx="19"/>
          </p:nvPr>
        </p:nvSpPr>
        <p:spPr>
          <a:xfrm>
            <a:off x="828675" y="5419725"/>
            <a:ext cx="10534650" cy="609600"/>
          </a:xfrm>
        </p:spPr>
        <p:txBody>
          <a:bodyPr>
            <a:normAutofit fontScale="85000" lnSpcReduction="20000"/>
          </a:bodyPr>
          <a:lstStyle/>
          <a:p>
            <a:pPr>
              <a:spcBef>
                <a:spcPts val="1050"/>
              </a:spcBef>
            </a:pPr>
            <a:r>
              <a:rPr lang="en-US" sz="4000" dirty="0">
                <a:solidFill>
                  <a:srgbClr val="0C2101"/>
                </a:solidFill>
                <a:latin typeface="Aptos Display"/>
              </a:rPr>
              <a:t>Outcome measure:</a:t>
            </a:r>
          </a:p>
        </p:txBody>
      </p:sp>
    </p:spTree>
    <p:extLst>
      <p:ext uri="{BB962C8B-B14F-4D97-AF65-F5344CB8AC3E}">
        <p14:creationId xmlns:p14="http://schemas.microsoft.com/office/powerpoint/2010/main" val="26274056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E6B6CD9-8586-47E6-AB34-1684E890B7DC}"/>
              </a:ext>
            </a:extLst>
          </p:cNvPr>
          <p:cNvPicPr>
            <a:picLocks noGrp="1" noChangeAspect="1"/>
          </p:cNvPicPr>
          <p:nvPr>
            <p:ph sz="quarter" idx="18"/>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pic>
        <p:nvPicPr>
          <p:cNvPr id="6" name="Content Placeholder 5">
            <a:extLst>
              <a:ext uri="{FF2B5EF4-FFF2-40B4-BE49-F238E27FC236}">
                <a16:creationId xmlns:a16="http://schemas.microsoft.com/office/drawing/2014/main" id="{A390BF8B-497A-414E-B58F-915778DCAA7A}"/>
              </a:ext>
            </a:extLst>
          </p:cNvPr>
          <p:cNvPicPr>
            <a:picLocks noGrp="1" noChangeAspect="1"/>
          </p:cNvPicPr>
          <p:nvPr>
            <p:ph sz="quarter" idx="19"/>
          </p:nvPr>
        </p:nvPicPr>
        <p:blipFill>
          <a:blip>
            <a:extLst>
              <a:ext uri="{96DAC541-7B7A-43D3-8B79-37D633B846F1}">
                <asvg:svgBlip xmlns:asvg="http://schemas.microsoft.com/office/drawing/2016/SVG/main" r:embed="rId4"/>
              </a:ext>
            </a:extLst>
          </a:blip>
          <a:stretch>
            <a:fillRect/>
          </a:stretch>
        </p:blipFill>
        <p:spPr>
          <a:xfrm>
            <a:off x="771524" y="1876425"/>
            <a:ext cx="10670507" cy="4972050"/>
          </a:xfrm>
          <a:prstGeom prst="rect">
            <a:avLst/>
          </a:prstGeom>
        </p:spPr>
      </p:pic>
      <p:sp>
        <p:nvSpPr>
          <p:cNvPr id="7" name="TextBox 6">
            <a:extLst>
              <a:ext uri="{FF2B5EF4-FFF2-40B4-BE49-F238E27FC236}">
                <a16:creationId xmlns:a16="http://schemas.microsoft.com/office/drawing/2014/main" id="{288081F8-1FE7-456B-8B01-32700A33603C}"/>
              </a:ext>
            </a:extLst>
          </p:cNvPr>
          <p:cNvSpPr txBox="1"/>
          <p:nvPr/>
        </p:nvSpPr>
        <p:spPr>
          <a:xfrm>
            <a:off x="771525" y="619125"/>
            <a:ext cx="12172950" cy="958155"/>
          </a:xfrm>
          <a:prstGeom prst="rect">
            <a:avLst/>
          </a:prstGeom>
          <a:noFill/>
        </p:spPr>
        <p:txBody>
          <a:bodyPr wrap="square" rtlCol="0">
            <a:normAutofit/>
          </a:bodyPr>
          <a:lstStyle/>
          <a:p>
            <a:pPr marL="0" algn="l">
              <a:buNone/>
            </a:pPr>
            <a:r>
              <a:rPr sz="3900" b="1" dirty="0">
                <a:solidFill>
                  <a:srgbClr val="0C2101"/>
                </a:solidFill>
                <a:effectLst/>
                <a:latin typeface="Aptos Display" panose="020B0004020202020204" pitchFamily="34" charset="0"/>
              </a:rPr>
              <a:t>Outcomes </a:t>
            </a:r>
            <a:endParaRPr dirty="0">
              <a:effectLst/>
            </a:endParaRPr>
          </a:p>
          <a:p>
            <a:pPr marL="0" algn="l">
              <a:spcBef>
                <a:spcPts val="750"/>
              </a:spcBef>
              <a:buNone/>
            </a:pPr>
            <a:endParaRPr lang="en-US" dirty="0"/>
          </a:p>
        </p:txBody>
      </p:sp>
      <p:sp>
        <p:nvSpPr>
          <p:cNvPr id="8" name="TextBox 7">
            <a:extLst>
              <a:ext uri="{FF2B5EF4-FFF2-40B4-BE49-F238E27FC236}">
                <a16:creationId xmlns:a16="http://schemas.microsoft.com/office/drawing/2014/main" id="{533A7DCF-3AD6-43AA-B5F9-FA40EC866125}"/>
              </a:ext>
            </a:extLst>
          </p:cNvPr>
          <p:cNvSpPr txBox="1"/>
          <p:nvPr/>
        </p:nvSpPr>
        <p:spPr>
          <a:xfrm>
            <a:off x="1016670" y="2022308"/>
            <a:ext cx="10403806" cy="5286375"/>
          </a:xfrm>
          <a:prstGeom prst="rect">
            <a:avLst/>
          </a:prstGeom>
          <a:noFill/>
        </p:spPr>
        <p:txBody>
          <a:bodyPr wrap="square" rtlCol="0">
            <a:normAutofit/>
          </a:bodyPr>
          <a:lstStyle/>
          <a:p>
            <a:pPr marL="0" algn="l">
              <a:spcBef>
                <a:spcPts val="1350"/>
              </a:spcBef>
              <a:spcAft>
                <a:spcPts val="1800"/>
              </a:spcAft>
              <a:buNone/>
            </a:pPr>
            <a:r>
              <a:rPr lang="en-US" sz="2000" b="1" dirty="0">
                <a:solidFill>
                  <a:srgbClr val="0C2101"/>
                </a:solidFill>
                <a:effectLst/>
              </a:rPr>
              <a:t>Outcomes &amp; safety measurement </a:t>
            </a:r>
          </a:p>
          <a:p>
            <a:pPr marL="0" algn="l">
              <a:spcBef>
                <a:spcPts val="1350"/>
              </a:spcBef>
              <a:spcAft>
                <a:spcPts val="1800"/>
              </a:spcAft>
              <a:buNone/>
            </a:pPr>
            <a:r>
              <a:rPr lang="en-US" sz="2000" dirty="0">
                <a:solidFill>
                  <a:srgbClr val="0C2101"/>
                </a:solidFill>
              </a:rPr>
              <a:t>- QIDS-SR assessed weekly time to all cause treatment discontinuation</a:t>
            </a:r>
          </a:p>
          <a:p>
            <a:pPr marL="285750">
              <a:spcBef>
                <a:spcPts val="1050"/>
              </a:spcBef>
              <a:buFont typeface="Calibri"/>
              <a:buChar char="-"/>
            </a:pPr>
            <a:r>
              <a:rPr lang="en-US" sz="2000" dirty="0">
                <a:solidFill>
                  <a:srgbClr val="0C2101"/>
                </a:solidFill>
              </a:rPr>
              <a:t>Second and tertiary anxiety were assessed at visits at baseline 8, 26, and 52 </a:t>
            </a:r>
            <a:r>
              <a:rPr lang="en-US" sz="2000" dirty="0" err="1">
                <a:solidFill>
                  <a:srgbClr val="0C2101"/>
                </a:solidFill>
              </a:rPr>
              <a:t>wks</a:t>
            </a:r>
            <a:endParaRPr lang="en-US" sz="2000" dirty="0">
              <a:solidFill>
                <a:srgbClr val="0C2101"/>
              </a:solidFill>
            </a:endParaRPr>
          </a:p>
          <a:p>
            <a:pPr marL="285750">
              <a:spcBef>
                <a:spcPts val="1050"/>
              </a:spcBef>
              <a:buFont typeface="Calibri"/>
              <a:buChar char="-"/>
            </a:pPr>
            <a:r>
              <a:rPr lang="en-US" sz="2000" dirty="0">
                <a:solidFill>
                  <a:srgbClr val="0C2101"/>
                </a:solidFill>
              </a:rPr>
              <a:t>Is anxiety a mediator of the antidepressive effects of lithium or Seroquel</a:t>
            </a:r>
          </a:p>
        </p:txBody>
      </p:sp>
    </p:spTree>
    <p:extLst>
      <p:ext uri="{BB962C8B-B14F-4D97-AF65-F5344CB8AC3E}">
        <p14:creationId xmlns:p14="http://schemas.microsoft.com/office/powerpoint/2010/main" val="15756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CD0634C-B5B6-4239-A123-8B5665665D41}"/>
              </a:ext>
            </a:extLst>
          </p:cNvPr>
          <p:cNvPicPr>
            <a:picLocks noGrp="1" noChangeAspect="1"/>
          </p:cNvPicPr>
          <p:nvPr>
            <p:ph sz="quarter" idx="18"/>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pic>
        <p:nvPicPr>
          <p:cNvPr id="6" name="Content Placeholder 5" descr="Background image of laptop on wooden table in modern office interior, workplace design concept, copy space">
            <a:extLst>
              <a:ext uri="{FF2B5EF4-FFF2-40B4-BE49-F238E27FC236}">
                <a16:creationId xmlns:a16="http://schemas.microsoft.com/office/drawing/2014/main" id="{15DDBF8E-9466-40A9-B3A5-78C0BE456FAA}"/>
              </a:ext>
            </a:extLst>
          </p:cNvPr>
          <p:cNvPicPr>
            <a:picLocks noGrp="1" noChangeAspect="1"/>
          </p:cNvPicPr>
          <p:nvPr>
            <p:ph sz="quarter" idx="19"/>
          </p:nvPr>
        </p:nvPicPr>
        <p:blipFill>
          <a:blip r:embed="rId4"/>
          <a:stretch>
            <a:fillRect/>
          </a:stretch>
        </p:blipFill>
        <p:spPr>
          <a:xfrm>
            <a:off x="0" y="0"/>
            <a:ext cx="12192000" cy="6858000"/>
          </a:xfrm>
          <a:prstGeom prst="rect">
            <a:avLst/>
          </a:prstGeom>
        </p:spPr>
      </p:pic>
      <p:pic>
        <p:nvPicPr>
          <p:cNvPr id="7" name="Graphic 6">
            <a:extLst>
              <a:ext uri="{FF2B5EF4-FFF2-40B4-BE49-F238E27FC236}">
                <a16:creationId xmlns:a16="http://schemas.microsoft.com/office/drawing/2014/main" id="{86FDCB2F-D82C-40E9-80E4-1F6A860CB9B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71525" y="3914775"/>
            <a:ext cx="7048500" cy="2095500"/>
          </a:xfrm>
          <a:prstGeom prst="rect">
            <a:avLst/>
          </a:prstGeom>
        </p:spPr>
      </p:pic>
      <p:sp>
        <p:nvSpPr>
          <p:cNvPr id="8" name="TextBox 7">
            <a:extLst>
              <a:ext uri="{FF2B5EF4-FFF2-40B4-BE49-F238E27FC236}">
                <a16:creationId xmlns:a16="http://schemas.microsoft.com/office/drawing/2014/main" id="{E4C2D56D-84C0-491E-AD3D-F79CF65E3038}"/>
              </a:ext>
            </a:extLst>
          </p:cNvPr>
          <p:cNvSpPr txBox="1"/>
          <p:nvPr/>
        </p:nvSpPr>
        <p:spPr>
          <a:xfrm>
            <a:off x="1104900" y="4362450"/>
            <a:ext cx="7048500" cy="554682"/>
          </a:xfrm>
          <a:prstGeom prst="rect">
            <a:avLst/>
          </a:prstGeom>
          <a:noFill/>
        </p:spPr>
        <p:txBody>
          <a:bodyPr wrap="square" rtlCol="0">
            <a:normAutofit fontScale="92500" lnSpcReduction="20000"/>
          </a:bodyPr>
          <a:lstStyle/>
          <a:p>
            <a:pPr marL="0" algn="l">
              <a:spcBef>
                <a:spcPts val="2100"/>
              </a:spcBef>
              <a:buNone/>
            </a:pPr>
            <a:r>
              <a:rPr sz="3900" b="1">
                <a:solidFill>
                  <a:srgbClr val="0C2101"/>
                </a:solidFill>
                <a:effectLst/>
                <a:latin typeface="Aptos Display" panose="020B0004020202020204" pitchFamily="34" charset="0"/>
              </a:rPr>
              <a:t>Statistical Analysis </a:t>
            </a:r>
            <a:endParaRPr lang="en-US"/>
          </a:p>
        </p:txBody>
      </p:sp>
      <p:sp>
        <p:nvSpPr>
          <p:cNvPr id="9" name="TextBox 8">
            <a:extLst>
              <a:ext uri="{FF2B5EF4-FFF2-40B4-BE49-F238E27FC236}">
                <a16:creationId xmlns:a16="http://schemas.microsoft.com/office/drawing/2014/main" id="{B2A00950-42D6-482A-80C8-D29DE8AC542C}"/>
              </a:ext>
            </a:extLst>
          </p:cNvPr>
          <p:cNvSpPr txBox="1"/>
          <p:nvPr/>
        </p:nvSpPr>
        <p:spPr>
          <a:xfrm>
            <a:off x="1104900" y="5010150"/>
            <a:ext cx="7048500" cy="371475"/>
          </a:xfrm>
          <a:prstGeom prst="rect">
            <a:avLst/>
          </a:prstGeom>
          <a:noFill/>
        </p:spPr>
        <p:txBody>
          <a:bodyPr wrap="square" rtlCol="0">
            <a:normAutofit fontScale="92500" lnSpcReduction="20000"/>
          </a:bodyPr>
          <a:lstStyle/>
          <a:p>
            <a:pPr marL="0" algn="l">
              <a:spcBef>
                <a:spcPts val="450"/>
              </a:spcBef>
              <a:buNone/>
            </a:pPr>
            <a:r>
              <a:rPr sz="2250" b="1">
                <a:solidFill>
                  <a:srgbClr val="0C2101"/>
                </a:solidFill>
                <a:effectLst/>
                <a:latin typeface="Aptos Display" panose="020B0004020202020204" pitchFamily="34" charset="0"/>
              </a:rPr>
              <a:t>Analytic strategy and handling of data </a:t>
            </a:r>
            <a:endParaRPr lang="en-US"/>
          </a:p>
        </p:txBody>
      </p:sp>
    </p:spTree>
    <p:extLst>
      <p:ext uri="{BB962C8B-B14F-4D97-AF65-F5344CB8AC3E}">
        <p14:creationId xmlns:p14="http://schemas.microsoft.com/office/powerpoint/2010/main" val="38832488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0CDF372-CBAE-467E-9340-646C92D98AF6}"/>
              </a:ext>
            </a:extLst>
          </p:cNvPr>
          <p:cNvPicPr>
            <a:picLocks noGrp="1" noChangeAspect="1"/>
          </p:cNvPicPr>
          <p:nvPr>
            <p:ph sz="quarter" idx="18"/>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pic>
        <p:nvPicPr>
          <p:cNvPr id="6" name="Content Placeholder 5">
            <a:extLst>
              <a:ext uri="{FF2B5EF4-FFF2-40B4-BE49-F238E27FC236}">
                <a16:creationId xmlns:a16="http://schemas.microsoft.com/office/drawing/2014/main" id="{7F704370-3E8B-4F1D-BCFF-B991605DCAF5}"/>
              </a:ext>
            </a:extLst>
          </p:cNvPr>
          <p:cNvPicPr>
            <a:picLocks noGrp="1" noChangeAspect="1"/>
          </p:cNvPicPr>
          <p:nvPr>
            <p:ph sz="quarter" idx="19"/>
          </p:nvPr>
        </p:nvPicPr>
        <p:blipFill>
          <a:blip>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7" name="Graphic 6">
            <a:extLst>
              <a:ext uri="{FF2B5EF4-FFF2-40B4-BE49-F238E27FC236}">
                <a16:creationId xmlns:a16="http://schemas.microsoft.com/office/drawing/2014/main" id="{3FCD8450-8BFF-44F4-AF10-0B0364A4A44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71525" y="809625"/>
            <a:ext cx="2878484" cy="6038850"/>
          </a:xfrm>
          <a:prstGeom prst="rect">
            <a:avLst/>
          </a:prstGeom>
        </p:spPr>
      </p:pic>
      <p:pic>
        <p:nvPicPr>
          <p:cNvPr id="8" name="Graphic 7">
            <a:extLst>
              <a:ext uri="{FF2B5EF4-FFF2-40B4-BE49-F238E27FC236}">
                <a16:creationId xmlns:a16="http://schemas.microsoft.com/office/drawing/2014/main" id="{31781847-8354-44E5-B101-DB27104D818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412009" y="180975"/>
            <a:ext cx="2878484" cy="6667500"/>
          </a:xfrm>
          <a:prstGeom prst="rect">
            <a:avLst/>
          </a:prstGeom>
        </p:spPr>
      </p:pic>
      <p:pic>
        <p:nvPicPr>
          <p:cNvPr id="9" name="Graphic 8">
            <a:extLst>
              <a:ext uri="{FF2B5EF4-FFF2-40B4-BE49-F238E27FC236}">
                <a16:creationId xmlns:a16="http://schemas.microsoft.com/office/drawing/2014/main" id="{F1A5311A-0794-4B31-BF85-E4F0F278BE4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290494" y="809625"/>
            <a:ext cx="4129980" cy="5810250"/>
          </a:xfrm>
          <a:prstGeom prst="rect">
            <a:avLst/>
          </a:prstGeom>
        </p:spPr>
      </p:pic>
      <p:sp>
        <p:nvSpPr>
          <p:cNvPr id="10" name="TextBox 9">
            <a:extLst>
              <a:ext uri="{FF2B5EF4-FFF2-40B4-BE49-F238E27FC236}">
                <a16:creationId xmlns:a16="http://schemas.microsoft.com/office/drawing/2014/main" id="{3291E1AF-7A71-4BB9-BE02-0184F9ABD5C7}"/>
              </a:ext>
            </a:extLst>
          </p:cNvPr>
          <p:cNvSpPr txBox="1"/>
          <p:nvPr/>
        </p:nvSpPr>
        <p:spPr>
          <a:xfrm>
            <a:off x="981075" y="1019175"/>
            <a:ext cx="2878484" cy="1028700"/>
          </a:xfrm>
          <a:prstGeom prst="rect">
            <a:avLst/>
          </a:prstGeom>
          <a:noFill/>
        </p:spPr>
        <p:txBody>
          <a:bodyPr wrap="square" rtlCol="0">
            <a:normAutofit fontScale="92500" lnSpcReduction="20000"/>
          </a:bodyPr>
          <a:lstStyle/>
          <a:p>
            <a:pPr marL="0" algn="l">
              <a:spcBef>
                <a:spcPts val="1650"/>
              </a:spcBef>
              <a:spcAft>
                <a:spcPts val="1350"/>
              </a:spcAft>
              <a:buNone/>
            </a:pPr>
            <a:r>
              <a:rPr sz="3750" b="1">
                <a:solidFill>
                  <a:srgbClr val="0C2101"/>
                </a:solidFill>
                <a:effectLst/>
                <a:latin typeface="Aptos Display" panose="020B0004020202020204" pitchFamily="34" charset="0"/>
              </a:rPr>
              <a:t>Analytic strategy </a:t>
            </a:r>
            <a:endParaRPr lang="en-US"/>
          </a:p>
        </p:txBody>
      </p:sp>
      <p:sp>
        <p:nvSpPr>
          <p:cNvPr id="11" name="TextBox 10">
            <a:extLst>
              <a:ext uri="{FF2B5EF4-FFF2-40B4-BE49-F238E27FC236}">
                <a16:creationId xmlns:a16="http://schemas.microsoft.com/office/drawing/2014/main" id="{A5C4F32B-1AF5-4B76-A836-63ABC0E43C3C}"/>
              </a:ext>
            </a:extLst>
          </p:cNvPr>
          <p:cNvSpPr txBox="1"/>
          <p:nvPr/>
        </p:nvSpPr>
        <p:spPr>
          <a:xfrm>
            <a:off x="4621559" y="352425"/>
            <a:ext cx="2878484" cy="898921"/>
          </a:xfrm>
          <a:prstGeom prst="rect">
            <a:avLst/>
          </a:prstGeom>
          <a:noFill/>
        </p:spPr>
        <p:txBody>
          <a:bodyPr wrap="square" rtlCol="0">
            <a:normAutofit fontScale="85000" lnSpcReduction="20000"/>
          </a:bodyPr>
          <a:lstStyle/>
          <a:p>
            <a:pPr marL="0" algn="l">
              <a:spcBef>
                <a:spcPts val="1350"/>
              </a:spcBef>
              <a:spcAft>
                <a:spcPts val="1350"/>
              </a:spcAft>
              <a:buNone/>
            </a:pPr>
            <a:r>
              <a:rPr sz="2250" b="1">
                <a:solidFill>
                  <a:srgbClr val="0C2101"/>
                </a:solidFill>
                <a:effectLst/>
                <a:latin typeface="Aptos Display" panose="020B0004020202020204" pitchFamily="34" charset="0"/>
              </a:rPr>
              <a:t>Handling of data </a:t>
            </a:r>
            <a:endParaRPr>
              <a:effectLst/>
            </a:endParaRPr>
          </a:p>
          <a:p>
            <a:pPr marL="0" algn="l">
              <a:spcBef>
                <a:spcPts val="600"/>
              </a:spcBef>
              <a:spcAft>
                <a:spcPts val="1350"/>
              </a:spcAft>
              <a:buNone/>
            </a:pPr>
            <a:r>
              <a:rPr sz="1350" b="0">
                <a:solidFill>
                  <a:srgbClr val="0C2101"/>
                </a:solidFill>
                <a:effectLst/>
                <a:latin typeface="Aptos Display" panose="020B0004020202020204" pitchFamily="34" charset="0"/>
              </a:rPr>
              <a:t>Appraising rigor, bias, and uncertainty in statistical methods </a:t>
            </a:r>
            <a:endParaRPr lang="en-US"/>
          </a:p>
        </p:txBody>
      </p:sp>
      <p:sp>
        <p:nvSpPr>
          <p:cNvPr id="12" name="TextBox 11">
            <a:extLst>
              <a:ext uri="{FF2B5EF4-FFF2-40B4-BE49-F238E27FC236}">
                <a16:creationId xmlns:a16="http://schemas.microsoft.com/office/drawing/2014/main" id="{64BD6738-806F-4EC0-B7DC-24A1990D5DA5}"/>
              </a:ext>
            </a:extLst>
          </p:cNvPr>
          <p:cNvSpPr txBox="1"/>
          <p:nvPr/>
        </p:nvSpPr>
        <p:spPr>
          <a:xfrm>
            <a:off x="7576244" y="1076325"/>
            <a:ext cx="4129980" cy="5295900"/>
          </a:xfrm>
          <a:prstGeom prst="rect">
            <a:avLst/>
          </a:prstGeom>
          <a:noFill/>
        </p:spPr>
        <p:txBody>
          <a:bodyPr wrap="square" rtlCol="0">
            <a:normAutofit fontScale="92500" lnSpcReduction="10000"/>
          </a:bodyPr>
          <a:lstStyle/>
          <a:p>
            <a:pPr marL="0" algn="l">
              <a:spcBef>
                <a:spcPts val="2100"/>
              </a:spcBef>
              <a:spcAft>
                <a:spcPts val="1950"/>
              </a:spcAft>
              <a:buNone/>
            </a:pPr>
            <a:r>
              <a:rPr sz="1500" b="1">
                <a:solidFill>
                  <a:srgbClr val="0C2101"/>
                </a:solidFill>
                <a:effectLst/>
                <a:latin typeface="Aptos Display" panose="020B0004020202020204" pitchFamily="34" charset="0"/>
              </a:rPr>
              <a:t>1) Sample size &amp; analysis population </a:t>
            </a:r>
            <a:endParaRPr>
              <a:effectLst/>
            </a:endParaRPr>
          </a:p>
          <a:p>
            <a:pPr marL="0" algn="l">
              <a:spcBef>
                <a:spcPts val="600"/>
              </a:spcBef>
              <a:spcAft>
                <a:spcPts val="1950"/>
              </a:spcAft>
              <a:buNone/>
            </a:pPr>
            <a:r>
              <a:rPr sz="1500" b="0">
                <a:solidFill>
                  <a:srgbClr val="0C2101"/>
                </a:solidFill>
                <a:effectLst/>
                <a:latin typeface="Aptos Display" panose="020B0004020202020204" pitchFamily="34" charset="0"/>
              </a:rPr>
              <a:t>Review power assumptions (effect size, variance, attrition) and whether they are plausible; clarify ITT vs mITT vs per-protocol and implications for bias and interpretability. </a:t>
            </a:r>
            <a:endParaRPr>
              <a:effectLst/>
            </a:endParaRPr>
          </a:p>
          <a:p>
            <a:pPr marL="0" algn="l">
              <a:spcBef>
                <a:spcPts val="1350"/>
              </a:spcBef>
              <a:spcAft>
                <a:spcPts val="1950"/>
              </a:spcAft>
              <a:buNone/>
            </a:pPr>
            <a:r>
              <a:rPr sz="1500" b="1">
                <a:solidFill>
                  <a:srgbClr val="0C2101"/>
                </a:solidFill>
                <a:effectLst/>
                <a:latin typeface="Aptos Display" panose="020B0004020202020204" pitchFamily="34" charset="0"/>
              </a:rPr>
              <a:t>2) Primary models &amp; missing data </a:t>
            </a:r>
            <a:endParaRPr>
              <a:effectLst/>
            </a:endParaRPr>
          </a:p>
          <a:p>
            <a:pPr marL="0" algn="l">
              <a:spcBef>
                <a:spcPts val="600"/>
              </a:spcBef>
              <a:spcAft>
                <a:spcPts val="1950"/>
              </a:spcAft>
              <a:buNone/>
            </a:pPr>
            <a:r>
              <a:rPr sz="1500" b="0">
                <a:solidFill>
                  <a:srgbClr val="0C2101"/>
                </a:solidFill>
                <a:effectLst/>
                <a:latin typeface="Aptos Display" panose="020B0004020202020204" pitchFamily="34" charset="0"/>
              </a:rPr>
              <a:t>Assess model fit to outcome type and data structure; for longitudinal psychiatric outcomes, prefer mixed-effects or repeated-measures approaches that address within-subject correlation. Evaluate MI/ML handling and assumptions. </a:t>
            </a:r>
            <a:endParaRPr>
              <a:effectLst/>
            </a:endParaRPr>
          </a:p>
          <a:p>
            <a:pPr marL="0" algn="l">
              <a:spcBef>
                <a:spcPts val="1350"/>
              </a:spcBef>
              <a:spcAft>
                <a:spcPts val="1950"/>
              </a:spcAft>
              <a:buNone/>
            </a:pPr>
            <a:r>
              <a:rPr sz="1500" b="1">
                <a:solidFill>
                  <a:srgbClr val="0C2101"/>
                </a:solidFill>
                <a:effectLst/>
                <a:latin typeface="Aptos Display" panose="020B0004020202020204" pitchFamily="34" charset="0"/>
              </a:rPr>
              <a:t>3) Secondary, subgroup, and sensitivity analyses </a:t>
            </a:r>
            <a:endParaRPr>
              <a:effectLst/>
            </a:endParaRPr>
          </a:p>
          <a:p>
            <a:pPr marL="0" algn="l">
              <a:spcBef>
                <a:spcPts val="600"/>
              </a:spcBef>
              <a:spcAft>
                <a:spcPts val="1950"/>
              </a:spcAft>
              <a:buNone/>
            </a:pPr>
            <a:r>
              <a:rPr sz="1500" b="0">
                <a:solidFill>
                  <a:srgbClr val="0C2101"/>
                </a:solidFill>
                <a:effectLst/>
                <a:latin typeface="Aptos Display" panose="020B0004020202020204" pitchFamily="34" charset="0"/>
              </a:rPr>
              <a:t>Distinguish prespecified vs exploratory work; check multiplicity control. Review sensitivity analyses to judge whether conclusions are robust or key uncertainties remain. </a:t>
            </a:r>
            <a:endParaRPr lang="en-US"/>
          </a:p>
        </p:txBody>
      </p:sp>
    </p:spTree>
    <p:extLst>
      <p:ext uri="{BB962C8B-B14F-4D97-AF65-F5344CB8AC3E}">
        <p14:creationId xmlns:p14="http://schemas.microsoft.com/office/powerpoint/2010/main" val="28788701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DABB2-DE04-7DDB-80E0-B88DA8207A86}"/>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371FE8A-5FEB-7214-5EF8-0696AB224A2E}"/>
              </a:ext>
            </a:extLst>
          </p:cNvPr>
          <p:cNvPicPr>
            <a:picLocks noGrp="1" noChangeAspect="1"/>
          </p:cNvPicPr>
          <p:nvPr>
            <p:ph sz="quarter" idx="18"/>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735EFEA0-4AE0-6460-9803-1CD2C6445A97}"/>
              </a:ext>
            </a:extLst>
          </p:cNvPr>
          <p:cNvSpPr>
            <a:spLocks noGrp="1"/>
          </p:cNvSpPr>
          <p:nvPr>
            <p:ph sz="quarter" idx="19"/>
          </p:nvPr>
        </p:nvSpPr>
        <p:spPr>
          <a:xfrm>
            <a:off x="828675" y="5419725"/>
            <a:ext cx="10534650" cy="609600"/>
          </a:xfrm>
        </p:spPr>
        <p:txBody>
          <a:bodyPr>
            <a:normAutofit fontScale="92500" lnSpcReduction="10000"/>
          </a:bodyPr>
          <a:lstStyle/>
          <a:p>
            <a:pPr marL="0" marR="0" indent="0" algn="l" fontAlgn="b">
              <a:buNone/>
            </a:pPr>
            <a:r>
              <a:rPr lang="en-US" sz="3900" b="1" dirty="0">
                <a:solidFill>
                  <a:srgbClr val="0C2101"/>
                </a:solidFill>
                <a:effectLst/>
                <a:latin typeface="Aptos Display" panose="020B0004020202020204" pitchFamily="34" charset="0"/>
              </a:rPr>
              <a:t>Sociodemographic Characteristics</a:t>
            </a:r>
            <a:r>
              <a:rPr dirty="0">
                <a:effectLst/>
              </a:rPr>
              <a:t> </a:t>
            </a:r>
            <a:endParaRPr lang="en-US" dirty="0"/>
          </a:p>
        </p:txBody>
      </p:sp>
    </p:spTree>
    <p:extLst>
      <p:ext uri="{BB962C8B-B14F-4D97-AF65-F5344CB8AC3E}">
        <p14:creationId xmlns:p14="http://schemas.microsoft.com/office/powerpoint/2010/main" val="10039632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8EBCA-C613-2F1C-B0C5-A77739F65215}"/>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4C99727-0EEB-6B6B-9E15-32F9B6BBD577}"/>
              </a:ext>
            </a:extLst>
          </p:cNvPr>
          <p:cNvPicPr>
            <a:picLocks noGrp="1" noChangeAspect="1"/>
          </p:cNvPicPr>
          <p:nvPr>
            <p:ph sz="quarter" idx="18"/>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pic>
        <p:nvPicPr>
          <p:cNvPr id="6" name="Content Placeholder 5">
            <a:extLst>
              <a:ext uri="{FF2B5EF4-FFF2-40B4-BE49-F238E27FC236}">
                <a16:creationId xmlns:a16="http://schemas.microsoft.com/office/drawing/2014/main" id="{9781495F-F282-F88E-1640-E233345EF1CB}"/>
              </a:ext>
            </a:extLst>
          </p:cNvPr>
          <p:cNvPicPr>
            <a:picLocks noGrp="1" noChangeAspect="1"/>
          </p:cNvPicPr>
          <p:nvPr>
            <p:ph sz="quarter" idx="19"/>
          </p:nvPr>
        </p:nvPicPr>
        <p:blipFill>
          <a:blip>
            <a:extLst>
              <a:ext uri="{96DAC541-7B7A-43D3-8B79-37D633B846F1}">
                <asvg:svgBlip xmlns:asvg="http://schemas.microsoft.com/office/drawing/2016/SVG/main" r:embed="rId4"/>
              </a:ext>
            </a:extLst>
          </a:blip>
          <a:stretch>
            <a:fillRect/>
          </a:stretch>
        </p:blipFill>
        <p:spPr>
          <a:xfrm>
            <a:off x="619125" y="542925"/>
            <a:ext cx="12172950" cy="1428750"/>
          </a:xfrm>
          <a:prstGeom prst="rect">
            <a:avLst/>
          </a:prstGeom>
        </p:spPr>
      </p:pic>
      <p:pic>
        <p:nvPicPr>
          <p:cNvPr id="7" name="Graphic 6">
            <a:extLst>
              <a:ext uri="{FF2B5EF4-FFF2-40B4-BE49-F238E27FC236}">
                <a16:creationId xmlns:a16="http://schemas.microsoft.com/office/drawing/2014/main" id="{7D32D7EF-186F-DCEA-D5E7-3B955976D5B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292" y="2344208"/>
            <a:ext cx="12172950" cy="4476750"/>
          </a:xfrm>
          <a:prstGeom prst="rect">
            <a:avLst/>
          </a:prstGeom>
        </p:spPr>
      </p:pic>
      <p:sp>
        <p:nvSpPr>
          <p:cNvPr id="8" name="TextBox 7">
            <a:extLst>
              <a:ext uri="{FF2B5EF4-FFF2-40B4-BE49-F238E27FC236}">
                <a16:creationId xmlns:a16="http://schemas.microsoft.com/office/drawing/2014/main" id="{34A53698-14F1-2955-2FCE-A339103BFD07}"/>
              </a:ext>
            </a:extLst>
          </p:cNvPr>
          <p:cNvSpPr txBox="1"/>
          <p:nvPr/>
        </p:nvSpPr>
        <p:spPr>
          <a:xfrm>
            <a:off x="885825" y="752475"/>
            <a:ext cx="12172950" cy="895201"/>
          </a:xfrm>
          <a:prstGeom prst="rect">
            <a:avLst/>
          </a:prstGeom>
          <a:noFill/>
        </p:spPr>
        <p:txBody>
          <a:bodyPr wrap="square" rtlCol="0">
            <a:normAutofit fontScale="70000" lnSpcReduction="20000"/>
          </a:bodyPr>
          <a:lstStyle/>
          <a:p>
            <a:pPr marL="0" algn="l">
              <a:spcBef>
                <a:spcPts val="1650"/>
              </a:spcBef>
              <a:spcAft>
                <a:spcPts val="1350"/>
              </a:spcAft>
              <a:buNone/>
            </a:pPr>
            <a:r>
              <a:rPr lang="en-US" sz="3600" b="1" dirty="0">
                <a:solidFill>
                  <a:srgbClr val="0C2101"/>
                </a:solidFill>
                <a:effectLst/>
                <a:latin typeface="Aptos Display" panose="020B0004020202020204" pitchFamily="34" charset="0"/>
              </a:rPr>
              <a:t>Sociodemographic characteristics at baseline</a:t>
            </a:r>
            <a:endParaRPr lang="en-US" dirty="0">
              <a:effectLst/>
            </a:endParaRPr>
          </a:p>
          <a:p>
            <a:pPr marL="0" algn="l">
              <a:spcBef>
                <a:spcPts val="750"/>
              </a:spcBef>
              <a:spcAft>
                <a:spcPts val="1350"/>
              </a:spcAft>
              <a:buNone/>
            </a:pPr>
            <a:r>
              <a:rPr lang="en-US" sz="2100" b="1" dirty="0">
                <a:solidFill>
                  <a:srgbClr val="0C2101"/>
                </a:solidFill>
                <a:effectLst/>
                <a:latin typeface="Aptos Display" panose="020B0004020202020204" pitchFamily="34" charset="0"/>
              </a:rPr>
              <a:t>Effect size, precision, and clinical relevance</a:t>
            </a:r>
            <a:r>
              <a:rPr lang="en-US" dirty="0">
                <a:effectLst/>
              </a:rPr>
              <a:t> </a:t>
            </a:r>
            <a:endParaRPr lang="en-US" dirty="0"/>
          </a:p>
        </p:txBody>
      </p:sp>
      <p:sp>
        <p:nvSpPr>
          <p:cNvPr id="9" name="TextBox 8">
            <a:extLst>
              <a:ext uri="{FF2B5EF4-FFF2-40B4-BE49-F238E27FC236}">
                <a16:creationId xmlns:a16="http://schemas.microsoft.com/office/drawing/2014/main" id="{D9F2D49B-CEDE-E520-C791-CA3A251E93F7}"/>
              </a:ext>
            </a:extLst>
          </p:cNvPr>
          <p:cNvSpPr txBox="1"/>
          <p:nvPr/>
        </p:nvSpPr>
        <p:spPr>
          <a:xfrm>
            <a:off x="-3175" y="2342092"/>
            <a:ext cx="12183533" cy="4506383"/>
          </a:xfrm>
          <a:prstGeom prst="rect">
            <a:avLst/>
          </a:prstGeom>
          <a:noFill/>
        </p:spPr>
        <p:txBody>
          <a:bodyPr wrap="square" lIns="91440" tIns="45720" rIns="91440" bIns="45720" rtlCol="0" anchor="t">
            <a:normAutofit/>
          </a:bodyPr>
          <a:lstStyle/>
          <a:p>
            <a:pPr marL="285750" indent="-285750">
              <a:spcBef>
                <a:spcPts val="1650"/>
              </a:spcBef>
              <a:spcAft>
                <a:spcPts val="1650"/>
              </a:spcAft>
              <a:buFont typeface="Calibri"/>
              <a:buChar char="-"/>
            </a:pPr>
            <a:endParaRPr lang="en-US" sz="1500">
              <a:solidFill>
                <a:srgbClr val="0C2101"/>
              </a:solidFill>
              <a:latin typeface="Aptos Display"/>
            </a:endParaRPr>
          </a:p>
        </p:txBody>
      </p:sp>
      <p:pic>
        <p:nvPicPr>
          <p:cNvPr id="3" name="Picture 2">
            <a:extLst>
              <a:ext uri="{FF2B5EF4-FFF2-40B4-BE49-F238E27FC236}">
                <a16:creationId xmlns:a16="http://schemas.microsoft.com/office/drawing/2014/main" id="{85890603-D0B2-44C2-A652-929D2283EE0C}"/>
              </a:ext>
            </a:extLst>
          </p:cNvPr>
          <p:cNvPicPr>
            <a:picLocks noChangeAspect="1"/>
          </p:cNvPicPr>
          <p:nvPr/>
        </p:nvPicPr>
        <p:blipFill>
          <a:blip r:embed="rId6"/>
          <a:stretch>
            <a:fillRect/>
          </a:stretch>
        </p:blipFill>
        <p:spPr>
          <a:xfrm>
            <a:off x="682610" y="0"/>
            <a:ext cx="10826779" cy="6858000"/>
          </a:xfrm>
          <a:prstGeom prst="rect">
            <a:avLst/>
          </a:prstGeom>
        </p:spPr>
      </p:pic>
    </p:spTree>
    <p:extLst>
      <p:ext uri="{BB962C8B-B14F-4D97-AF65-F5344CB8AC3E}">
        <p14:creationId xmlns:p14="http://schemas.microsoft.com/office/powerpoint/2010/main" val="15701185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9B42A-DD24-7E1C-4CC8-73D8129043E6}"/>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60929A7-8CF7-4FF3-5D4D-5AAD15D8BE20}"/>
              </a:ext>
            </a:extLst>
          </p:cNvPr>
          <p:cNvPicPr>
            <a:picLocks noGrp="1" noChangeAspect="1"/>
          </p:cNvPicPr>
          <p:nvPr>
            <p:ph sz="quarter" idx="18"/>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pic>
        <p:nvPicPr>
          <p:cNvPr id="6" name="Content Placeholder 5">
            <a:extLst>
              <a:ext uri="{FF2B5EF4-FFF2-40B4-BE49-F238E27FC236}">
                <a16:creationId xmlns:a16="http://schemas.microsoft.com/office/drawing/2014/main" id="{1D7A12D4-8074-7D1E-5257-0932383E0EA9}"/>
              </a:ext>
            </a:extLst>
          </p:cNvPr>
          <p:cNvPicPr>
            <a:picLocks noGrp="1" noChangeAspect="1"/>
          </p:cNvPicPr>
          <p:nvPr>
            <p:ph sz="quarter" idx="19"/>
          </p:nvPr>
        </p:nvPicPr>
        <p:blipFill>
          <a:blip>
            <a:extLst>
              <a:ext uri="{96DAC541-7B7A-43D3-8B79-37D633B846F1}">
                <asvg:svgBlip xmlns:asvg="http://schemas.microsoft.com/office/drawing/2016/SVG/main" r:embed="rId4"/>
              </a:ext>
            </a:extLst>
          </a:blip>
          <a:stretch>
            <a:fillRect/>
          </a:stretch>
        </p:blipFill>
        <p:spPr>
          <a:xfrm>
            <a:off x="619125" y="542925"/>
            <a:ext cx="12172950" cy="1428750"/>
          </a:xfrm>
          <a:prstGeom prst="rect">
            <a:avLst/>
          </a:prstGeom>
        </p:spPr>
      </p:pic>
      <p:pic>
        <p:nvPicPr>
          <p:cNvPr id="7" name="Graphic 6">
            <a:extLst>
              <a:ext uri="{FF2B5EF4-FFF2-40B4-BE49-F238E27FC236}">
                <a16:creationId xmlns:a16="http://schemas.microsoft.com/office/drawing/2014/main" id="{A921D275-D20B-A2CA-74B6-0DDC6B14190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292" y="2344208"/>
            <a:ext cx="12172950" cy="4476750"/>
          </a:xfrm>
          <a:prstGeom prst="rect">
            <a:avLst/>
          </a:prstGeom>
        </p:spPr>
      </p:pic>
      <p:sp>
        <p:nvSpPr>
          <p:cNvPr id="8" name="TextBox 7">
            <a:extLst>
              <a:ext uri="{FF2B5EF4-FFF2-40B4-BE49-F238E27FC236}">
                <a16:creationId xmlns:a16="http://schemas.microsoft.com/office/drawing/2014/main" id="{CE580D5A-9224-358D-4463-38F1DDB9C289}"/>
              </a:ext>
            </a:extLst>
          </p:cNvPr>
          <p:cNvSpPr txBox="1"/>
          <p:nvPr/>
        </p:nvSpPr>
        <p:spPr>
          <a:xfrm>
            <a:off x="885825" y="752475"/>
            <a:ext cx="12172950" cy="895201"/>
          </a:xfrm>
          <a:prstGeom prst="rect">
            <a:avLst/>
          </a:prstGeom>
          <a:noFill/>
        </p:spPr>
        <p:txBody>
          <a:bodyPr wrap="square" rtlCol="0">
            <a:normAutofit fontScale="70000" lnSpcReduction="20000"/>
          </a:bodyPr>
          <a:lstStyle/>
          <a:p>
            <a:pPr marL="0" algn="l">
              <a:spcBef>
                <a:spcPts val="1650"/>
              </a:spcBef>
              <a:spcAft>
                <a:spcPts val="1350"/>
              </a:spcAft>
              <a:buNone/>
            </a:pPr>
            <a:r>
              <a:rPr lang="en-US" sz="3600" b="1" dirty="0">
                <a:solidFill>
                  <a:srgbClr val="0C2101"/>
                </a:solidFill>
                <a:effectLst/>
                <a:latin typeface="Aptos Display" panose="020B0004020202020204" pitchFamily="34" charset="0"/>
              </a:rPr>
              <a:t>Sociodemographic characteristics at baseline</a:t>
            </a:r>
            <a:endParaRPr lang="en-US" dirty="0">
              <a:effectLst/>
            </a:endParaRPr>
          </a:p>
          <a:p>
            <a:pPr marL="0" algn="l">
              <a:spcBef>
                <a:spcPts val="750"/>
              </a:spcBef>
              <a:spcAft>
                <a:spcPts val="1350"/>
              </a:spcAft>
              <a:buNone/>
            </a:pPr>
            <a:r>
              <a:rPr lang="en-US" sz="2100" b="1" dirty="0">
                <a:solidFill>
                  <a:srgbClr val="0C2101"/>
                </a:solidFill>
                <a:effectLst/>
                <a:latin typeface="Aptos Display" panose="020B0004020202020204" pitchFamily="34" charset="0"/>
              </a:rPr>
              <a:t>Effect size, precision, and clinical relevance</a:t>
            </a:r>
            <a:r>
              <a:rPr lang="en-US" dirty="0">
                <a:effectLst/>
              </a:rPr>
              <a:t> </a:t>
            </a:r>
            <a:endParaRPr lang="en-US" dirty="0"/>
          </a:p>
        </p:txBody>
      </p:sp>
      <p:sp>
        <p:nvSpPr>
          <p:cNvPr id="9" name="TextBox 8">
            <a:extLst>
              <a:ext uri="{FF2B5EF4-FFF2-40B4-BE49-F238E27FC236}">
                <a16:creationId xmlns:a16="http://schemas.microsoft.com/office/drawing/2014/main" id="{35DAB7A4-9379-06DC-1F12-F642E5679CCD}"/>
              </a:ext>
            </a:extLst>
          </p:cNvPr>
          <p:cNvSpPr txBox="1"/>
          <p:nvPr/>
        </p:nvSpPr>
        <p:spPr>
          <a:xfrm>
            <a:off x="-3175" y="2342092"/>
            <a:ext cx="12183533" cy="4506383"/>
          </a:xfrm>
          <a:prstGeom prst="rect">
            <a:avLst/>
          </a:prstGeom>
          <a:noFill/>
        </p:spPr>
        <p:txBody>
          <a:bodyPr wrap="square" lIns="91440" tIns="45720" rIns="91440" bIns="45720" rtlCol="0" anchor="t">
            <a:normAutofit/>
          </a:bodyPr>
          <a:lstStyle/>
          <a:p>
            <a:pPr marL="285750" indent="-285750">
              <a:spcBef>
                <a:spcPts val="1650"/>
              </a:spcBef>
              <a:spcAft>
                <a:spcPts val="1650"/>
              </a:spcAft>
              <a:buFont typeface="Calibri"/>
              <a:buChar char="-"/>
            </a:pPr>
            <a:endParaRPr lang="en-US" sz="1500">
              <a:solidFill>
                <a:srgbClr val="0C2101"/>
              </a:solidFill>
              <a:latin typeface="Aptos Display"/>
            </a:endParaRPr>
          </a:p>
        </p:txBody>
      </p:sp>
      <p:pic>
        <p:nvPicPr>
          <p:cNvPr id="4" name="Picture 3">
            <a:extLst>
              <a:ext uri="{FF2B5EF4-FFF2-40B4-BE49-F238E27FC236}">
                <a16:creationId xmlns:a16="http://schemas.microsoft.com/office/drawing/2014/main" id="{C4AF46C0-7772-C874-E198-9D4BC18E7504}"/>
              </a:ext>
            </a:extLst>
          </p:cNvPr>
          <p:cNvPicPr>
            <a:picLocks noChangeAspect="1"/>
          </p:cNvPicPr>
          <p:nvPr/>
        </p:nvPicPr>
        <p:blipFill>
          <a:blip r:embed="rId6"/>
          <a:stretch>
            <a:fillRect/>
          </a:stretch>
        </p:blipFill>
        <p:spPr>
          <a:xfrm>
            <a:off x="0" y="384611"/>
            <a:ext cx="12192000" cy="6088778"/>
          </a:xfrm>
          <a:prstGeom prst="rect">
            <a:avLst/>
          </a:prstGeom>
        </p:spPr>
      </p:pic>
    </p:spTree>
    <p:extLst>
      <p:ext uri="{BB962C8B-B14F-4D97-AF65-F5344CB8AC3E}">
        <p14:creationId xmlns:p14="http://schemas.microsoft.com/office/powerpoint/2010/main" val="29810009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A4A7D8-192B-14DC-4A32-A4FC0C55D0C9}"/>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1D0FE00-26DD-AB21-1DC3-95E013506597}"/>
              </a:ext>
            </a:extLst>
          </p:cNvPr>
          <p:cNvPicPr>
            <a:picLocks noGrp="1" noChangeAspect="1"/>
          </p:cNvPicPr>
          <p:nvPr>
            <p:ph sz="quarter" idx="18"/>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6D23AD19-A93F-C750-A55E-3AFA2113ACBF}"/>
              </a:ext>
            </a:extLst>
          </p:cNvPr>
          <p:cNvSpPr>
            <a:spLocks noGrp="1"/>
          </p:cNvSpPr>
          <p:nvPr>
            <p:ph sz="quarter" idx="19"/>
          </p:nvPr>
        </p:nvSpPr>
        <p:spPr>
          <a:xfrm>
            <a:off x="828675" y="5419725"/>
            <a:ext cx="10534650" cy="609600"/>
          </a:xfrm>
        </p:spPr>
        <p:txBody>
          <a:bodyPr>
            <a:normAutofit fontScale="92500" lnSpcReduction="10000"/>
          </a:bodyPr>
          <a:lstStyle/>
          <a:p>
            <a:pPr marL="0" marR="0" indent="0" algn="l" fontAlgn="b">
              <a:buNone/>
            </a:pPr>
            <a:r>
              <a:rPr lang="en-US" sz="3900" b="1" dirty="0">
                <a:solidFill>
                  <a:srgbClr val="0C2101"/>
                </a:solidFill>
                <a:effectLst/>
                <a:latin typeface="Aptos Display" panose="020B0004020202020204" pitchFamily="34" charset="0"/>
              </a:rPr>
              <a:t>Clinical characteristics at baseline</a:t>
            </a:r>
            <a:endParaRPr lang="en-US" dirty="0"/>
          </a:p>
        </p:txBody>
      </p:sp>
    </p:spTree>
    <p:extLst>
      <p:ext uri="{BB962C8B-B14F-4D97-AF65-F5344CB8AC3E}">
        <p14:creationId xmlns:p14="http://schemas.microsoft.com/office/powerpoint/2010/main" val="27945146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FC429-CEC2-5C42-7D7E-D5B3590EEFCD}"/>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88C88E2-A2A1-51F4-7BCB-56F90B3737CC}"/>
              </a:ext>
            </a:extLst>
          </p:cNvPr>
          <p:cNvPicPr>
            <a:picLocks noGrp="1" noChangeAspect="1"/>
          </p:cNvPicPr>
          <p:nvPr>
            <p:ph sz="quarter" idx="18"/>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pic>
        <p:nvPicPr>
          <p:cNvPr id="6" name="Content Placeholder 5">
            <a:extLst>
              <a:ext uri="{FF2B5EF4-FFF2-40B4-BE49-F238E27FC236}">
                <a16:creationId xmlns:a16="http://schemas.microsoft.com/office/drawing/2014/main" id="{20EDDBEC-FD3A-6200-F884-FFFACCF11CAC}"/>
              </a:ext>
            </a:extLst>
          </p:cNvPr>
          <p:cNvPicPr>
            <a:picLocks noGrp="1" noChangeAspect="1"/>
          </p:cNvPicPr>
          <p:nvPr>
            <p:ph sz="quarter" idx="19"/>
          </p:nvPr>
        </p:nvPicPr>
        <p:blipFill>
          <a:blip>
            <a:extLst>
              <a:ext uri="{96DAC541-7B7A-43D3-8B79-37D633B846F1}">
                <asvg:svgBlip xmlns:asvg="http://schemas.microsoft.com/office/drawing/2016/SVG/main" r:embed="rId4"/>
              </a:ext>
            </a:extLst>
          </a:blip>
          <a:stretch>
            <a:fillRect/>
          </a:stretch>
        </p:blipFill>
        <p:spPr>
          <a:xfrm>
            <a:off x="619125" y="542925"/>
            <a:ext cx="12172950" cy="1428750"/>
          </a:xfrm>
          <a:prstGeom prst="rect">
            <a:avLst/>
          </a:prstGeom>
        </p:spPr>
      </p:pic>
      <p:pic>
        <p:nvPicPr>
          <p:cNvPr id="7" name="Graphic 6">
            <a:extLst>
              <a:ext uri="{FF2B5EF4-FFF2-40B4-BE49-F238E27FC236}">
                <a16:creationId xmlns:a16="http://schemas.microsoft.com/office/drawing/2014/main" id="{74B43492-BB73-4166-75EF-E8713C0D7AA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292" y="2344208"/>
            <a:ext cx="12172950" cy="4476750"/>
          </a:xfrm>
          <a:prstGeom prst="rect">
            <a:avLst/>
          </a:prstGeom>
        </p:spPr>
      </p:pic>
      <p:sp>
        <p:nvSpPr>
          <p:cNvPr id="8" name="TextBox 7">
            <a:extLst>
              <a:ext uri="{FF2B5EF4-FFF2-40B4-BE49-F238E27FC236}">
                <a16:creationId xmlns:a16="http://schemas.microsoft.com/office/drawing/2014/main" id="{B3D98482-2633-57A3-6ABF-DD83348CD41B}"/>
              </a:ext>
            </a:extLst>
          </p:cNvPr>
          <p:cNvSpPr txBox="1"/>
          <p:nvPr/>
        </p:nvSpPr>
        <p:spPr>
          <a:xfrm>
            <a:off x="885825" y="752475"/>
            <a:ext cx="12172950" cy="895201"/>
          </a:xfrm>
          <a:prstGeom prst="rect">
            <a:avLst/>
          </a:prstGeom>
          <a:noFill/>
        </p:spPr>
        <p:txBody>
          <a:bodyPr wrap="square" rtlCol="0">
            <a:normAutofit fontScale="70000" lnSpcReduction="20000"/>
          </a:bodyPr>
          <a:lstStyle/>
          <a:p>
            <a:pPr marL="0" algn="l">
              <a:spcBef>
                <a:spcPts val="1650"/>
              </a:spcBef>
              <a:spcAft>
                <a:spcPts val="1350"/>
              </a:spcAft>
              <a:buNone/>
            </a:pPr>
            <a:r>
              <a:rPr lang="en-US" sz="3600" b="1" dirty="0">
                <a:solidFill>
                  <a:srgbClr val="0C2101"/>
                </a:solidFill>
                <a:effectLst/>
                <a:latin typeface="Aptos Display" panose="020B0004020202020204" pitchFamily="34" charset="0"/>
              </a:rPr>
              <a:t>Sociodemographic characteristics at baseline</a:t>
            </a:r>
            <a:endParaRPr lang="en-US" dirty="0">
              <a:effectLst/>
            </a:endParaRPr>
          </a:p>
          <a:p>
            <a:pPr marL="0" algn="l">
              <a:spcBef>
                <a:spcPts val="750"/>
              </a:spcBef>
              <a:spcAft>
                <a:spcPts val="1350"/>
              </a:spcAft>
              <a:buNone/>
            </a:pPr>
            <a:r>
              <a:rPr lang="en-US" sz="2100" b="1" dirty="0">
                <a:solidFill>
                  <a:srgbClr val="0C2101"/>
                </a:solidFill>
                <a:effectLst/>
                <a:latin typeface="Aptos Display" panose="020B0004020202020204" pitchFamily="34" charset="0"/>
              </a:rPr>
              <a:t>Effect size, precision, and clinical relevance</a:t>
            </a:r>
            <a:r>
              <a:rPr lang="en-US" dirty="0">
                <a:effectLst/>
              </a:rPr>
              <a:t> </a:t>
            </a:r>
            <a:endParaRPr lang="en-US" dirty="0"/>
          </a:p>
        </p:txBody>
      </p:sp>
      <p:sp>
        <p:nvSpPr>
          <p:cNvPr id="9" name="TextBox 8">
            <a:extLst>
              <a:ext uri="{FF2B5EF4-FFF2-40B4-BE49-F238E27FC236}">
                <a16:creationId xmlns:a16="http://schemas.microsoft.com/office/drawing/2014/main" id="{2822F57D-61C7-B9B5-599A-884BA9C48230}"/>
              </a:ext>
            </a:extLst>
          </p:cNvPr>
          <p:cNvSpPr txBox="1"/>
          <p:nvPr/>
        </p:nvSpPr>
        <p:spPr>
          <a:xfrm>
            <a:off x="-3175" y="2342092"/>
            <a:ext cx="12183533" cy="4506383"/>
          </a:xfrm>
          <a:prstGeom prst="rect">
            <a:avLst/>
          </a:prstGeom>
          <a:noFill/>
        </p:spPr>
        <p:txBody>
          <a:bodyPr wrap="square" lIns="91440" tIns="45720" rIns="91440" bIns="45720" rtlCol="0" anchor="t">
            <a:normAutofit/>
          </a:bodyPr>
          <a:lstStyle/>
          <a:p>
            <a:pPr marL="285750" indent="-285750">
              <a:spcBef>
                <a:spcPts val="1650"/>
              </a:spcBef>
              <a:spcAft>
                <a:spcPts val="1650"/>
              </a:spcAft>
              <a:buFont typeface="Calibri"/>
              <a:buChar char="-"/>
            </a:pPr>
            <a:endParaRPr lang="en-US" sz="1500">
              <a:solidFill>
                <a:srgbClr val="0C2101"/>
              </a:solidFill>
              <a:latin typeface="Aptos Display"/>
            </a:endParaRPr>
          </a:p>
        </p:txBody>
      </p:sp>
      <p:pic>
        <p:nvPicPr>
          <p:cNvPr id="3" name="Picture 2">
            <a:extLst>
              <a:ext uri="{FF2B5EF4-FFF2-40B4-BE49-F238E27FC236}">
                <a16:creationId xmlns:a16="http://schemas.microsoft.com/office/drawing/2014/main" id="{66D3C415-5AA9-8A57-0763-496D522D3BC0}"/>
              </a:ext>
            </a:extLst>
          </p:cNvPr>
          <p:cNvPicPr>
            <a:picLocks noChangeAspect="1"/>
          </p:cNvPicPr>
          <p:nvPr/>
        </p:nvPicPr>
        <p:blipFill>
          <a:blip r:embed="rId6"/>
          <a:stretch>
            <a:fillRect/>
          </a:stretch>
        </p:blipFill>
        <p:spPr>
          <a:xfrm>
            <a:off x="682610" y="0"/>
            <a:ext cx="10826779" cy="6858000"/>
          </a:xfrm>
          <a:prstGeom prst="rect">
            <a:avLst/>
          </a:prstGeom>
        </p:spPr>
      </p:pic>
      <p:pic>
        <p:nvPicPr>
          <p:cNvPr id="4" name="Picture 3">
            <a:extLst>
              <a:ext uri="{FF2B5EF4-FFF2-40B4-BE49-F238E27FC236}">
                <a16:creationId xmlns:a16="http://schemas.microsoft.com/office/drawing/2014/main" id="{66069C45-6CFA-E34D-A296-3B2E142BF423}"/>
              </a:ext>
            </a:extLst>
          </p:cNvPr>
          <p:cNvPicPr>
            <a:picLocks noChangeAspect="1"/>
          </p:cNvPicPr>
          <p:nvPr/>
        </p:nvPicPr>
        <p:blipFill>
          <a:blip r:embed="rId7"/>
          <a:stretch>
            <a:fillRect/>
          </a:stretch>
        </p:blipFill>
        <p:spPr>
          <a:xfrm>
            <a:off x="442783" y="0"/>
            <a:ext cx="11306433" cy="6858000"/>
          </a:xfrm>
          <a:prstGeom prst="rect">
            <a:avLst/>
          </a:prstGeom>
        </p:spPr>
      </p:pic>
    </p:spTree>
    <p:extLst>
      <p:ext uri="{BB962C8B-B14F-4D97-AF65-F5344CB8AC3E}">
        <p14:creationId xmlns:p14="http://schemas.microsoft.com/office/powerpoint/2010/main" val="786815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B76B55A-F4AF-4E15-9D63-73A3967E8AA8}"/>
              </a:ext>
            </a:extLst>
          </p:cNvPr>
          <p:cNvPicPr>
            <a:picLocks noGrp="1" noChangeAspect="1"/>
          </p:cNvPicPr>
          <p:nvPr>
            <p:ph sz="quarter" idx="18"/>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4D0AE868-9004-330D-7B73-A0071050F8A0}"/>
              </a:ext>
            </a:extLst>
          </p:cNvPr>
          <p:cNvSpPr>
            <a:spLocks noGrp="1"/>
          </p:cNvSpPr>
          <p:nvPr>
            <p:ph sz="quarter" idx="19"/>
          </p:nvPr>
        </p:nvSpPr>
        <p:spPr>
          <a:xfrm>
            <a:off x="828675" y="5419725"/>
            <a:ext cx="10534650" cy="609600"/>
          </a:xfrm>
        </p:spPr>
        <p:txBody>
          <a:bodyPr>
            <a:normAutofit fontScale="92500" lnSpcReduction="10000"/>
          </a:bodyPr>
          <a:lstStyle/>
          <a:p>
            <a:pPr marL="0" marR="0" indent="0" algn="l" fontAlgn="b">
              <a:buNone/>
            </a:pPr>
            <a:r>
              <a:rPr sz="3900" b="1">
                <a:solidFill>
                  <a:srgbClr val="0C2101"/>
                </a:solidFill>
                <a:effectLst/>
                <a:latin typeface="Aptos Display" panose="020B0004020202020204" pitchFamily="34" charset="0"/>
              </a:rPr>
              <a:t>Results</a:t>
            </a:r>
            <a:r>
              <a:rPr>
                <a:effectLst/>
              </a:rPr>
              <a:t> </a:t>
            </a:r>
            <a:endParaRPr lang="en-US"/>
          </a:p>
        </p:txBody>
      </p:sp>
    </p:spTree>
    <p:extLst>
      <p:ext uri="{BB962C8B-B14F-4D97-AF65-F5344CB8AC3E}">
        <p14:creationId xmlns:p14="http://schemas.microsoft.com/office/powerpoint/2010/main" val="534770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965C90D-C91E-4606-8EC5-ACF82005D5C5}"/>
              </a:ext>
            </a:extLst>
          </p:cNvPr>
          <p:cNvPicPr>
            <a:picLocks noGrp="1" noChangeAspect="1"/>
          </p:cNvPicPr>
          <p:nvPr>
            <p:ph sz="quarter" idx="18"/>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pic>
        <p:nvPicPr>
          <p:cNvPr id="6" name="Content Placeholder 5">
            <a:extLst>
              <a:ext uri="{FF2B5EF4-FFF2-40B4-BE49-F238E27FC236}">
                <a16:creationId xmlns:a16="http://schemas.microsoft.com/office/drawing/2014/main" id="{1D00A91E-2018-49C8-B28D-37192926950F}"/>
              </a:ext>
            </a:extLst>
          </p:cNvPr>
          <p:cNvPicPr>
            <a:picLocks noGrp="1" noChangeAspect="1"/>
          </p:cNvPicPr>
          <p:nvPr>
            <p:ph sz="quarter" idx="19"/>
          </p:nvPr>
        </p:nvPicPr>
        <p:blipFill>
          <a:blip>
            <a:extLst>
              <a:ext uri="{96DAC541-7B7A-43D3-8B79-37D633B846F1}">
                <asvg:svgBlip xmlns:asvg="http://schemas.microsoft.com/office/drawing/2016/SVG/main" r:embed="rId4"/>
              </a:ext>
            </a:extLst>
          </a:blip>
          <a:stretch>
            <a:fillRect/>
          </a:stretch>
        </p:blipFill>
        <p:spPr>
          <a:xfrm>
            <a:off x="619125" y="542925"/>
            <a:ext cx="12172950" cy="1428750"/>
          </a:xfrm>
          <a:prstGeom prst="rect">
            <a:avLst/>
          </a:prstGeom>
        </p:spPr>
      </p:pic>
      <p:pic>
        <p:nvPicPr>
          <p:cNvPr id="7" name="Graphic 6">
            <a:extLst>
              <a:ext uri="{FF2B5EF4-FFF2-40B4-BE49-F238E27FC236}">
                <a16:creationId xmlns:a16="http://schemas.microsoft.com/office/drawing/2014/main" id="{35AC5709-7721-485C-913E-C181D96A16F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292" y="2344208"/>
            <a:ext cx="12172950" cy="4476750"/>
          </a:xfrm>
          <a:prstGeom prst="rect">
            <a:avLst/>
          </a:prstGeom>
        </p:spPr>
      </p:pic>
      <p:sp>
        <p:nvSpPr>
          <p:cNvPr id="8" name="TextBox 7">
            <a:extLst>
              <a:ext uri="{FF2B5EF4-FFF2-40B4-BE49-F238E27FC236}">
                <a16:creationId xmlns:a16="http://schemas.microsoft.com/office/drawing/2014/main" id="{73931310-F04C-45BB-814B-4437BE372E7D}"/>
              </a:ext>
            </a:extLst>
          </p:cNvPr>
          <p:cNvSpPr txBox="1"/>
          <p:nvPr/>
        </p:nvSpPr>
        <p:spPr>
          <a:xfrm>
            <a:off x="885825" y="752475"/>
            <a:ext cx="12172950" cy="895201"/>
          </a:xfrm>
          <a:prstGeom prst="rect">
            <a:avLst/>
          </a:prstGeom>
          <a:noFill/>
        </p:spPr>
        <p:txBody>
          <a:bodyPr wrap="square" rtlCol="0">
            <a:normAutofit fontScale="70000" lnSpcReduction="20000"/>
          </a:bodyPr>
          <a:lstStyle/>
          <a:p>
            <a:pPr marL="0" algn="l">
              <a:spcBef>
                <a:spcPts val="1650"/>
              </a:spcBef>
              <a:spcAft>
                <a:spcPts val="1350"/>
              </a:spcAft>
              <a:buNone/>
            </a:pPr>
            <a:r>
              <a:rPr sz="3600" b="1">
                <a:solidFill>
                  <a:srgbClr val="0C2101"/>
                </a:solidFill>
                <a:effectLst/>
                <a:latin typeface="Aptos Display" panose="020B0004020202020204" pitchFamily="34" charset="0"/>
              </a:rPr>
              <a:t>Primary &amp; Secondary Findings</a:t>
            </a:r>
            <a:r>
              <a:rPr>
                <a:effectLst/>
              </a:rPr>
              <a:t> </a:t>
            </a:r>
          </a:p>
          <a:p>
            <a:pPr marL="0" algn="l">
              <a:spcBef>
                <a:spcPts val="750"/>
              </a:spcBef>
              <a:spcAft>
                <a:spcPts val="1350"/>
              </a:spcAft>
              <a:buNone/>
            </a:pPr>
            <a:r>
              <a:rPr sz="2100" b="1">
                <a:solidFill>
                  <a:srgbClr val="0C2101"/>
                </a:solidFill>
                <a:effectLst/>
                <a:latin typeface="Aptos Display" panose="020B0004020202020204" pitchFamily="34" charset="0"/>
              </a:rPr>
              <a:t>Effect size, precision, and clinical relevance</a:t>
            </a:r>
            <a:r>
              <a:rPr>
                <a:effectLst/>
              </a:rPr>
              <a:t> </a:t>
            </a:r>
            <a:endParaRPr lang="en-US"/>
          </a:p>
        </p:txBody>
      </p:sp>
      <p:sp>
        <p:nvSpPr>
          <p:cNvPr id="9" name="TextBox 8">
            <a:extLst>
              <a:ext uri="{FF2B5EF4-FFF2-40B4-BE49-F238E27FC236}">
                <a16:creationId xmlns:a16="http://schemas.microsoft.com/office/drawing/2014/main" id="{B06DDF00-B737-4D5B-945E-1938A95B7A75}"/>
              </a:ext>
            </a:extLst>
          </p:cNvPr>
          <p:cNvSpPr txBox="1"/>
          <p:nvPr/>
        </p:nvSpPr>
        <p:spPr>
          <a:xfrm>
            <a:off x="-3175" y="2342092"/>
            <a:ext cx="12183533" cy="4506383"/>
          </a:xfrm>
          <a:prstGeom prst="rect">
            <a:avLst/>
          </a:prstGeom>
          <a:noFill/>
        </p:spPr>
        <p:txBody>
          <a:bodyPr wrap="square" lIns="91440" tIns="45720" rIns="91440" bIns="45720" rtlCol="0" anchor="t">
            <a:normAutofit/>
          </a:bodyPr>
          <a:lstStyle/>
          <a:p>
            <a:pPr marL="285750">
              <a:buFont typeface="Calibri"/>
              <a:buChar char="-"/>
            </a:pPr>
            <a:r>
              <a:rPr lang="en-US" sz="1500" dirty="0">
                <a:solidFill>
                  <a:srgbClr val="0C2101"/>
                </a:solidFill>
                <a:latin typeface="Aptos Display"/>
              </a:rPr>
              <a:t>Mean drug dosing:</a:t>
            </a:r>
          </a:p>
          <a:p>
            <a:pPr marL="742950" lvl="1">
              <a:buFont typeface="Calibri"/>
              <a:buChar char="-"/>
            </a:pPr>
            <a:r>
              <a:rPr lang="en-US" sz="1500" dirty="0">
                <a:solidFill>
                  <a:srgbClr val="0C2101"/>
                </a:solidFill>
                <a:latin typeface="Aptos Display"/>
              </a:rPr>
              <a:t>Lithium – 681.3</a:t>
            </a:r>
          </a:p>
          <a:p>
            <a:pPr marL="742950" lvl="1">
              <a:buFont typeface="Calibri"/>
              <a:buChar char="-"/>
            </a:pPr>
            <a:r>
              <a:rPr lang="en-US" sz="1500" dirty="0">
                <a:solidFill>
                  <a:srgbClr val="0C2101"/>
                </a:solidFill>
                <a:latin typeface="Aptos Display"/>
              </a:rPr>
              <a:t>Seroquel 194.7</a:t>
            </a:r>
          </a:p>
          <a:p>
            <a:pPr marL="285750">
              <a:buFont typeface="Calibri"/>
              <a:buChar char="-"/>
            </a:pPr>
            <a:r>
              <a:rPr lang="en-US" sz="1500" dirty="0">
                <a:solidFill>
                  <a:srgbClr val="0C2101"/>
                </a:solidFill>
                <a:latin typeface="Aptos Display"/>
              </a:rPr>
              <a:t>Adherence?</a:t>
            </a:r>
          </a:p>
          <a:p>
            <a:pPr marL="742950" lvl="1">
              <a:buFont typeface="Calibri"/>
              <a:buChar char="-"/>
            </a:pPr>
            <a:r>
              <a:rPr lang="en-US" sz="1500" dirty="0">
                <a:solidFill>
                  <a:srgbClr val="0C2101"/>
                </a:solidFill>
                <a:latin typeface="Aptos Display"/>
              </a:rPr>
              <a:t>No differences between groups</a:t>
            </a:r>
          </a:p>
          <a:p>
            <a:pPr marL="285750">
              <a:buFont typeface="Calibri"/>
              <a:buChar char="-"/>
            </a:pPr>
            <a:r>
              <a:rPr lang="en-US" sz="1500" dirty="0">
                <a:solidFill>
                  <a:srgbClr val="0C2101"/>
                </a:solidFill>
                <a:latin typeface="Aptos Display"/>
              </a:rPr>
              <a:t>Effects on anxiety?</a:t>
            </a:r>
          </a:p>
          <a:p>
            <a:pPr marL="742950" lvl="1">
              <a:buFont typeface="Calibri"/>
              <a:buChar char="-"/>
            </a:pPr>
            <a:r>
              <a:rPr lang="en-US" sz="1500" dirty="0">
                <a:solidFill>
                  <a:srgbClr val="0C2101"/>
                </a:solidFill>
                <a:latin typeface="Aptos Display"/>
              </a:rPr>
              <a:t>Whole sample anxiety scores reduced from week 0 to week 8 but did not change from week 8 to 26 or 26 to 52</a:t>
            </a:r>
          </a:p>
          <a:p>
            <a:pPr marL="285750">
              <a:buFont typeface="Calibri"/>
              <a:buChar char="-"/>
            </a:pPr>
            <a:r>
              <a:rPr lang="en-US" sz="1500" dirty="0">
                <a:solidFill>
                  <a:srgbClr val="0C2101"/>
                </a:solidFill>
                <a:latin typeface="Aptos Display"/>
              </a:rPr>
              <a:t>Difference in anxiolytic effect of Seroquel vs lithium?</a:t>
            </a:r>
          </a:p>
          <a:p>
            <a:pPr marL="742950" lvl="1">
              <a:buFont typeface="Calibri"/>
              <a:buChar char="-"/>
            </a:pPr>
            <a:r>
              <a:rPr lang="en-US" sz="1500" dirty="0">
                <a:solidFill>
                  <a:srgbClr val="0C2101"/>
                </a:solidFill>
                <a:latin typeface="Aptos Display"/>
              </a:rPr>
              <a:t>Little to no difference at 8 weeks or 52 weeks</a:t>
            </a:r>
          </a:p>
          <a:p>
            <a:pPr marL="285750">
              <a:buFont typeface="Calibri"/>
              <a:buChar char="-"/>
            </a:pPr>
            <a:r>
              <a:rPr lang="en-US" sz="1500" dirty="0">
                <a:solidFill>
                  <a:srgbClr val="0C2101"/>
                </a:solidFill>
                <a:latin typeface="Aptos Display"/>
              </a:rPr>
              <a:t>Anxiety as a moderator of antidepressant effect?</a:t>
            </a:r>
          </a:p>
          <a:p>
            <a:pPr marL="742950" lvl="1">
              <a:buFont typeface="Calibri"/>
              <a:buChar char="-"/>
            </a:pPr>
            <a:r>
              <a:rPr lang="en-US" sz="1500" dirty="0">
                <a:solidFill>
                  <a:srgbClr val="0C2101"/>
                </a:solidFill>
                <a:latin typeface="Aptos Display"/>
              </a:rPr>
              <a:t>- Across all baseline anxiety groups combined, participants taking Seroquel had lower depression symptoms over 52 week time period than those taking lithium </a:t>
            </a:r>
            <a:r>
              <a:rPr lang="pl-PL" sz="1500" dirty="0">
                <a:solidFill>
                  <a:srgbClr val="0C2101"/>
                </a:solidFill>
                <a:latin typeface="Aptos Display"/>
              </a:rPr>
              <a:t>(95% CI −9.8 to −133.5), p 0.023)</a:t>
            </a:r>
            <a:endParaRPr lang="en-US" sz="1500" dirty="0">
              <a:solidFill>
                <a:srgbClr val="0C2101"/>
              </a:solidFill>
              <a:latin typeface="Aptos Display"/>
            </a:endParaRPr>
          </a:p>
          <a:p>
            <a:pPr marL="742950" lvl="1">
              <a:buFont typeface="Calibri"/>
              <a:buChar char="-"/>
            </a:pPr>
            <a:r>
              <a:rPr lang="en-US" sz="1500" dirty="0">
                <a:solidFill>
                  <a:srgbClr val="0C2101"/>
                </a:solidFill>
                <a:latin typeface="Aptos Display"/>
              </a:rPr>
              <a:t>However, those with moderate</a:t>
            </a:r>
            <a:r>
              <a:rPr lang="pl-PL" sz="1500" dirty="0">
                <a:solidFill>
                  <a:srgbClr val="0C2101"/>
                </a:solidFill>
                <a:latin typeface="Aptos Display"/>
              </a:rPr>
              <a:t> (AUC − 79.7 (95% CI 34.8 to −194.2), p = 0.17)</a:t>
            </a:r>
            <a:r>
              <a:rPr lang="en-US" sz="1500" dirty="0">
                <a:solidFill>
                  <a:srgbClr val="0C2101"/>
                </a:solidFill>
                <a:latin typeface="Aptos Display"/>
              </a:rPr>
              <a:t> and mild anxiety  </a:t>
            </a:r>
            <a:r>
              <a:rPr lang="pl-PL" sz="1500" dirty="0">
                <a:solidFill>
                  <a:srgbClr val="0C2101"/>
                </a:solidFill>
                <a:latin typeface="Aptos Display"/>
              </a:rPr>
              <a:t>(AUC 29.7 (95% CI 73.4 to −132.8), p = 0.57</a:t>
            </a:r>
            <a:r>
              <a:rPr lang="en-US" sz="1500" dirty="0">
                <a:solidFill>
                  <a:srgbClr val="0C2101"/>
                </a:solidFill>
                <a:latin typeface="Aptos Display"/>
              </a:rPr>
              <a:t>), the results were not statistically significant </a:t>
            </a:r>
          </a:p>
          <a:p>
            <a:pPr marL="285750">
              <a:buFont typeface="Calibri"/>
              <a:buChar char="-"/>
            </a:pPr>
            <a:endParaRPr lang="en-US" sz="1500" dirty="0">
              <a:solidFill>
                <a:srgbClr val="0C2101"/>
              </a:solidFill>
              <a:latin typeface="Aptos Display"/>
            </a:endParaRPr>
          </a:p>
          <a:p>
            <a:pPr marL="285750">
              <a:buFont typeface="Calibri"/>
              <a:buChar char="-"/>
            </a:pPr>
            <a:endParaRPr lang="en-US" sz="1500" dirty="0">
              <a:solidFill>
                <a:srgbClr val="0C2101"/>
              </a:solidFill>
              <a:latin typeface="Aptos Display"/>
            </a:endParaRPr>
          </a:p>
        </p:txBody>
      </p:sp>
    </p:spTree>
    <p:extLst>
      <p:ext uri="{BB962C8B-B14F-4D97-AF65-F5344CB8AC3E}">
        <p14:creationId xmlns:p14="http://schemas.microsoft.com/office/powerpoint/2010/main" val="5272333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68B6EE6-42EE-4D1E-8CE1-8BAF51661B84}"/>
              </a:ext>
            </a:extLst>
          </p:cNvPr>
          <p:cNvPicPr>
            <a:picLocks noGrp="1" noChangeAspect="1"/>
          </p:cNvPicPr>
          <p:nvPr>
            <p:ph sz="quarter" idx="18"/>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pic>
        <p:nvPicPr>
          <p:cNvPr id="6" name="Content Placeholder 5" descr="JOBS">
            <a:extLst>
              <a:ext uri="{FF2B5EF4-FFF2-40B4-BE49-F238E27FC236}">
                <a16:creationId xmlns:a16="http://schemas.microsoft.com/office/drawing/2014/main" id="{01D88DFA-DDED-46A5-8089-EE3C81181B97}"/>
              </a:ext>
            </a:extLst>
          </p:cNvPr>
          <p:cNvPicPr>
            <a:picLocks noGrp="1" noChangeAspect="1"/>
          </p:cNvPicPr>
          <p:nvPr>
            <p:ph sz="quarter" idx="19"/>
          </p:nvPr>
        </p:nvPicPr>
        <p:blipFill>
          <a:blip r:embed="rId4"/>
          <a:stretch>
            <a:fillRect/>
          </a:stretch>
        </p:blipFill>
        <p:spPr>
          <a:xfrm>
            <a:off x="0" y="0"/>
            <a:ext cx="12192000" cy="6858000"/>
          </a:xfrm>
          <a:prstGeom prst="rect">
            <a:avLst/>
          </a:prstGeom>
        </p:spPr>
      </p:pic>
      <p:pic>
        <p:nvPicPr>
          <p:cNvPr id="7" name="Graphic 6">
            <a:extLst>
              <a:ext uri="{FF2B5EF4-FFF2-40B4-BE49-F238E27FC236}">
                <a16:creationId xmlns:a16="http://schemas.microsoft.com/office/drawing/2014/main" id="{C5DF7C9D-FBB3-4DF9-A46B-16F84832B89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28675" y="3933825"/>
            <a:ext cx="8763000" cy="2095500"/>
          </a:xfrm>
          <a:prstGeom prst="rect">
            <a:avLst/>
          </a:prstGeom>
        </p:spPr>
      </p:pic>
      <p:sp>
        <p:nvSpPr>
          <p:cNvPr id="8" name="TextBox 7">
            <a:extLst>
              <a:ext uri="{FF2B5EF4-FFF2-40B4-BE49-F238E27FC236}">
                <a16:creationId xmlns:a16="http://schemas.microsoft.com/office/drawing/2014/main" id="{2C91E8CB-21D8-4A82-9F47-6FAD7C867387}"/>
              </a:ext>
            </a:extLst>
          </p:cNvPr>
          <p:cNvSpPr txBox="1"/>
          <p:nvPr/>
        </p:nvSpPr>
        <p:spPr>
          <a:xfrm>
            <a:off x="1152525" y="4238625"/>
            <a:ext cx="8763000" cy="1066800"/>
          </a:xfrm>
          <a:prstGeom prst="rect">
            <a:avLst/>
          </a:prstGeom>
          <a:noFill/>
        </p:spPr>
        <p:txBody>
          <a:bodyPr wrap="square" rtlCol="0">
            <a:normAutofit fontScale="70000" lnSpcReduction="20000"/>
          </a:bodyPr>
          <a:lstStyle/>
          <a:p>
            <a:pPr marL="0" algn="l">
              <a:spcBef>
                <a:spcPts val="2400"/>
              </a:spcBef>
              <a:spcAft>
                <a:spcPts val="2250"/>
              </a:spcAft>
              <a:buNone/>
            </a:pPr>
            <a:r>
              <a:rPr sz="3900" b="1">
                <a:solidFill>
                  <a:srgbClr val="0C2101"/>
                </a:solidFill>
                <a:effectLst/>
                <a:latin typeface="Aptos Display" panose="020B0004020202020204" pitchFamily="34" charset="0"/>
              </a:rPr>
              <a:t>Limitations and Clinical Implications </a:t>
            </a:r>
            <a:endParaRPr>
              <a:effectLst/>
            </a:endParaRPr>
          </a:p>
          <a:p>
            <a:pPr marL="0" algn="l">
              <a:spcBef>
                <a:spcPts val="1050"/>
              </a:spcBef>
              <a:spcAft>
                <a:spcPts val="2250"/>
              </a:spcAft>
              <a:buNone/>
            </a:pPr>
            <a:r>
              <a:rPr sz="2100" b="1">
                <a:solidFill>
                  <a:srgbClr val="0C2101"/>
                </a:solidFill>
                <a:effectLst/>
                <a:latin typeface="Aptos Display" panose="020B0004020202020204" pitchFamily="34" charset="0"/>
              </a:rPr>
              <a:t>Strengths, limitations, and take-home messages </a:t>
            </a:r>
            <a:endParaRPr lang="en-US"/>
          </a:p>
        </p:txBody>
      </p:sp>
    </p:spTree>
    <p:extLst>
      <p:ext uri="{BB962C8B-B14F-4D97-AF65-F5344CB8AC3E}">
        <p14:creationId xmlns:p14="http://schemas.microsoft.com/office/powerpoint/2010/main" val="38093962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DF55E2E-E3FA-40AA-9026-1827E032D514}"/>
              </a:ext>
            </a:extLst>
          </p:cNvPr>
          <p:cNvPicPr>
            <a:picLocks noGrp="1" noChangeAspect="1"/>
          </p:cNvPicPr>
          <p:nvPr>
            <p:ph sz="quarter" idx="18"/>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pic>
        <p:nvPicPr>
          <p:cNvPr id="6" name="Content Placeholder 5" descr="Man in mask listening to mature medical practitioner with clipboard near passing by nurse then walking away in hallway of modern clinic">
            <a:extLst>
              <a:ext uri="{FF2B5EF4-FFF2-40B4-BE49-F238E27FC236}">
                <a16:creationId xmlns:a16="http://schemas.microsoft.com/office/drawing/2014/main" id="{FA92B8EF-EAA8-4760-8970-16C9B5E0BFCC}"/>
              </a:ext>
            </a:extLst>
          </p:cNvPr>
          <p:cNvPicPr>
            <a:picLocks noGrp="1" noChangeAspect="1"/>
          </p:cNvPicPr>
          <p:nvPr>
            <p:ph sz="quarter" idx="19"/>
          </p:nvPr>
        </p:nvPicPr>
        <p:blipFill>
          <a:blip r:embed="rId4"/>
          <a:stretch>
            <a:fillRect/>
          </a:stretch>
        </p:blipFill>
        <p:spPr>
          <a:xfrm>
            <a:off x="0" y="0"/>
            <a:ext cx="12192000" cy="6858000"/>
          </a:xfrm>
          <a:prstGeom prst="rect">
            <a:avLst/>
          </a:prstGeom>
        </p:spPr>
      </p:pic>
      <p:pic>
        <p:nvPicPr>
          <p:cNvPr id="7" name="Graphic 6">
            <a:extLst>
              <a:ext uri="{FF2B5EF4-FFF2-40B4-BE49-F238E27FC236}">
                <a16:creationId xmlns:a16="http://schemas.microsoft.com/office/drawing/2014/main" id="{C1BE4373-5DC9-40E7-BE4A-97B0980DAB2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71525" y="4343400"/>
            <a:ext cx="4953000" cy="2476500"/>
          </a:xfrm>
          <a:prstGeom prst="rect">
            <a:avLst/>
          </a:prstGeom>
        </p:spPr>
      </p:pic>
      <p:sp>
        <p:nvSpPr>
          <p:cNvPr id="8" name="TextBox 7">
            <a:extLst>
              <a:ext uri="{FF2B5EF4-FFF2-40B4-BE49-F238E27FC236}">
                <a16:creationId xmlns:a16="http://schemas.microsoft.com/office/drawing/2014/main" id="{D7308B9F-F4D2-4526-AEE2-74564A41F3CB}"/>
              </a:ext>
            </a:extLst>
          </p:cNvPr>
          <p:cNvSpPr txBox="1"/>
          <p:nvPr/>
        </p:nvSpPr>
        <p:spPr>
          <a:xfrm>
            <a:off x="1000125" y="4800600"/>
            <a:ext cx="4953000" cy="1028700"/>
          </a:xfrm>
          <a:prstGeom prst="rect">
            <a:avLst/>
          </a:prstGeom>
          <a:noFill/>
        </p:spPr>
        <p:txBody>
          <a:bodyPr wrap="square" rtlCol="0">
            <a:normAutofit fontScale="92500" lnSpcReduction="20000"/>
          </a:bodyPr>
          <a:lstStyle/>
          <a:p>
            <a:pPr marL="0" algn="l">
              <a:spcBef>
                <a:spcPts val="1650"/>
              </a:spcBef>
              <a:buNone/>
            </a:pPr>
            <a:r>
              <a:rPr sz="3750" b="1" dirty="0">
                <a:solidFill>
                  <a:srgbClr val="0C2101"/>
                </a:solidFill>
                <a:effectLst/>
                <a:latin typeface="Aptos Display" panose="020B0004020202020204" pitchFamily="34" charset="0"/>
              </a:rPr>
              <a:t>Clinical Context and Rationale </a:t>
            </a:r>
            <a:endParaRPr lang="en-US" dirty="0"/>
          </a:p>
        </p:txBody>
      </p:sp>
      <p:sp>
        <p:nvSpPr>
          <p:cNvPr id="9" name="TextBox 8">
            <a:extLst>
              <a:ext uri="{FF2B5EF4-FFF2-40B4-BE49-F238E27FC236}">
                <a16:creationId xmlns:a16="http://schemas.microsoft.com/office/drawing/2014/main" id="{62254AD2-8F4A-48A1-9109-10825FDFB88D}"/>
              </a:ext>
            </a:extLst>
          </p:cNvPr>
          <p:cNvSpPr txBox="1"/>
          <p:nvPr/>
        </p:nvSpPr>
        <p:spPr>
          <a:xfrm>
            <a:off x="1000125" y="5924550"/>
            <a:ext cx="4953000" cy="714375"/>
          </a:xfrm>
          <a:prstGeom prst="rect">
            <a:avLst/>
          </a:prstGeom>
          <a:noFill/>
        </p:spPr>
        <p:txBody>
          <a:bodyPr wrap="square" rtlCol="0">
            <a:normAutofit lnSpcReduction="10000"/>
          </a:bodyPr>
          <a:lstStyle/>
          <a:p>
            <a:pPr marL="0" algn="l">
              <a:spcAft>
                <a:spcPts val="1650"/>
              </a:spcAft>
              <a:buNone/>
            </a:pPr>
            <a:r>
              <a:rPr sz="2250" b="1" dirty="0">
                <a:solidFill>
                  <a:srgbClr val="0C2101"/>
                </a:solidFill>
                <a:effectLst/>
                <a:latin typeface="Aptos Display" panose="020B0004020202020204" pitchFamily="34" charset="0"/>
              </a:rPr>
              <a:t>Why this study matters for psychiatry practice </a:t>
            </a:r>
            <a:endParaRPr lang="en-US" dirty="0"/>
          </a:p>
        </p:txBody>
      </p:sp>
    </p:spTree>
    <p:extLst>
      <p:ext uri="{BB962C8B-B14F-4D97-AF65-F5344CB8AC3E}">
        <p14:creationId xmlns:p14="http://schemas.microsoft.com/office/powerpoint/2010/main" val="22983062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0B24C3E-65CB-49FD-9B40-AF7B646D3FB6}"/>
              </a:ext>
            </a:extLst>
          </p:cNvPr>
          <p:cNvPicPr>
            <a:picLocks noGrp="1" noChangeAspect="1"/>
          </p:cNvPicPr>
          <p:nvPr>
            <p:ph sz="quarter" idx="18"/>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pic>
        <p:nvPicPr>
          <p:cNvPr id="6" name="Content Placeholder 5">
            <a:extLst>
              <a:ext uri="{FF2B5EF4-FFF2-40B4-BE49-F238E27FC236}">
                <a16:creationId xmlns:a16="http://schemas.microsoft.com/office/drawing/2014/main" id="{8ED8265C-8CA5-435F-9F6F-9E3C1E52633F}"/>
              </a:ext>
            </a:extLst>
          </p:cNvPr>
          <p:cNvPicPr>
            <a:picLocks noGrp="1" noChangeAspect="1"/>
          </p:cNvPicPr>
          <p:nvPr>
            <p:ph sz="quarter" idx="19"/>
          </p:nvPr>
        </p:nvPicPr>
        <p:blipFill>
          <a:blip>
            <a:extLst>
              <a:ext uri="{96DAC541-7B7A-43D3-8B79-37D633B846F1}">
                <asvg:svgBlip xmlns:asvg="http://schemas.microsoft.com/office/drawing/2016/SVG/main" r:embed="rId4"/>
              </a:ext>
            </a:extLst>
          </a:blip>
          <a:stretch>
            <a:fillRect/>
          </a:stretch>
        </p:blipFill>
        <p:spPr>
          <a:xfrm>
            <a:off x="695325" y="695325"/>
            <a:ext cx="3110061" cy="2476500"/>
          </a:xfrm>
          <a:prstGeom prst="rect">
            <a:avLst/>
          </a:prstGeom>
        </p:spPr>
      </p:pic>
      <p:pic>
        <p:nvPicPr>
          <p:cNvPr id="7" name="Graphic 6">
            <a:extLst>
              <a:ext uri="{FF2B5EF4-FFF2-40B4-BE49-F238E27FC236}">
                <a16:creationId xmlns:a16="http://schemas.microsoft.com/office/drawing/2014/main" id="{00D972A2-337E-482A-B344-8F297164043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243536" y="619125"/>
            <a:ext cx="6667500" cy="1333500"/>
          </a:xfrm>
          <a:prstGeom prst="rect">
            <a:avLst/>
          </a:prstGeom>
        </p:spPr>
      </p:pic>
      <p:pic>
        <p:nvPicPr>
          <p:cNvPr id="8" name="Graphic 7">
            <a:extLst>
              <a:ext uri="{FF2B5EF4-FFF2-40B4-BE49-F238E27FC236}">
                <a16:creationId xmlns:a16="http://schemas.microsoft.com/office/drawing/2014/main" id="{7ED92AC6-8203-4C84-8945-D4A4A81C591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243536" y="2124075"/>
            <a:ext cx="6667500" cy="1619250"/>
          </a:xfrm>
          <a:prstGeom prst="rect">
            <a:avLst/>
          </a:prstGeom>
        </p:spPr>
      </p:pic>
      <p:pic>
        <p:nvPicPr>
          <p:cNvPr id="9" name="Graphic 8">
            <a:extLst>
              <a:ext uri="{FF2B5EF4-FFF2-40B4-BE49-F238E27FC236}">
                <a16:creationId xmlns:a16="http://schemas.microsoft.com/office/drawing/2014/main" id="{80BEE353-7AEC-4BF3-81DB-736B92292DD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243536" y="3914775"/>
            <a:ext cx="6667500" cy="1619250"/>
          </a:xfrm>
          <a:prstGeom prst="rect">
            <a:avLst/>
          </a:prstGeom>
        </p:spPr>
      </p:pic>
      <p:pic>
        <p:nvPicPr>
          <p:cNvPr id="10" name="Graphic 9">
            <a:extLst>
              <a:ext uri="{FF2B5EF4-FFF2-40B4-BE49-F238E27FC236}">
                <a16:creationId xmlns:a16="http://schemas.microsoft.com/office/drawing/2014/main" id="{BD60015D-3BAA-4A16-87B7-164807B9624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243536" y="5705475"/>
            <a:ext cx="6667500" cy="1333500"/>
          </a:xfrm>
          <a:prstGeom prst="rect">
            <a:avLst/>
          </a:prstGeom>
        </p:spPr>
      </p:pic>
      <p:sp>
        <p:nvSpPr>
          <p:cNvPr id="11" name="TextBox 10">
            <a:extLst>
              <a:ext uri="{FF2B5EF4-FFF2-40B4-BE49-F238E27FC236}">
                <a16:creationId xmlns:a16="http://schemas.microsoft.com/office/drawing/2014/main" id="{9C2DAC15-B070-43BD-8412-B3F8F8F71A8F}"/>
              </a:ext>
            </a:extLst>
          </p:cNvPr>
          <p:cNvSpPr txBox="1"/>
          <p:nvPr/>
        </p:nvSpPr>
        <p:spPr>
          <a:xfrm>
            <a:off x="695325" y="962025"/>
            <a:ext cx="3110061" cy="1457325"/>
          </a:xfrm>
          <a:prstGeom prst="rect">
            <a:avLst/>
          </a:prstGeom>
          <a:noFill/>
        </p:spPr>
        <p:txBody>
          <a:bodyPr wrap="square" rtlCol="0">
            <a:normAutofit fontScale="92500" lnSpcReduction="10000"/>
          </a:bodyPr>
          <a:lstStyle/>
          <a:p>
            <a:pPr marL="0" marR="0" algn="l">
              <a:buNone/>
            </a:pPr>
            <a:r>
              <a:rPr sz="3750" b="1">
                <a:solidFill>
                  <a:srgbClr val="0C2101"/>
                </a:solidFill>
                <a:effectLst/>
                <a:latin typeface="Aptos Display" panose="020B0004020202020204" pitchFamily="34" charset="0"/>
              </a:rPr>
              <a:t>Strengths &amp; Limits </a:t>
            </a:r>
            <a:endParaRPr>
              <a:effectLst/>
            </a:endParaRPr>
          </a:p>
          <a:p>
            <a:pPr marL="0" marR="0" algn="l">
              <a:spcBef>
                <a:spcPts val="750"/>
              </a:spcBef>
              <a:buNone/>
            </a:pPr>
            <a:r>
              <a:rPr sz="2100" b="1">
                <a:solidFill>
                  <a:srgbClr val="0C2101"/>
                </a:solidFill>
                <a:effectLst/>
                <a:latin typeface="Aptos Display" panose="020B0004020202020204" pitchFamily="34" charset="0"/>
              </a:rPr>
              <a:t>Practice take-homes </a:t>
            </a:r>
            <a:endParaRPr lang="en-US"/>
          </a:p>
        </p:txBody>
      </p:sp>
      <p:sp>
        <p:nvSpPr>
          <p:cNvPr id="12" name="TextBox 11">
            <a:extLst>
              <a:ext uri="{FF2B5EF4-FFF2-40B4-BE49-F238E27FC236}">
                <a16:creationId xmlns:a16="http://schemas.microsoft.com/office/drawing/2014/main" id="{8EACC55C-8B44-43C8-9F42-D79B3B706AF8}"/>
              </a:ext>
            </a:extLst>
          </p:cNvPr>
          <p:cNvSpPr txBox="1"/>
          <p:nvPr/>
        </p:nvSpPr>
        <p:spPr>
          <a:xfrm>
            <a:off x="4453086" y="790575"/>
            <a:ext cx="6667500" cy="895350"/>
          </a:xfrm>
          <a:prstGeom prst="rect">
            <a:avLst/>
          </a:prstGeom>
          <a:noFill/>
        </p:spPr>
        <p:txBody>
          <a:bodyPr wrap="square" rtlCol="0">
            <a:normAutofit fontScale="92500" lnSpcReduction="20000"/>
          </a:bodyPr>
          <a:lstStyle/>
          <a:p>
            <a:pPr marL="0" algn="l">
              <a:spcBef>
                <a:spcPts val="1350"/>
              </a:spcBef>
              <a:spcAft>
                <a:spcPts val="1200"/>
              </a:spcAft>
              <a:buNone/>
            </a:pPr>
            <a:r>
              <a:rPr sz="1800" b="1">
                <a:solidFill>
                  <a:srgbClr val="0C2101"/>
                </a:solidFill>
                <a:effectLst/>
                <a:latin typeface="Aptos Display" panose="020B0004020202020204" pitchFamily="34" charset="0"/>
              </a:rPr>
              <a:t>Major strengths </a:t>
            </a:r>
            <a:endParaRPr>
              <a:effectLst/>
            </a:endParaRPr>
          </a:p>
          <a:p>
            <a:pPr marL="0" algn="l">
              <a:spcBef>
                <a:spcPts val="600"/>
              </a:spcBef>
              <a:spcAft>
                <a:spcPts val="1200"/>
              </a:spcAft>
              <a:buNone/>
            </a:pPr>
            <a:r>
              <a:rPr sz="1500" b="0">
                <a:solidFill>
                  <a:srgbClr val="0C2101"/>
                </a:solidFill>
                <a:effectLst/>
                <a:latin typeface="Aptos Display" panose="020B0004020202020204" pitchFamily="34" charset="0"/>
              </a:rPr>
              <a:t>Rigorous design, high follow-up, and validated outcomes support internal validity and reduce random error. </a:t>
            </a:r>
            <a:endParaRPr lang="en-US"/>
          </a:p>
        </p:txBody>
      </p:sp>
      <p:sp>
        <p:nvSpPr>
          <p:cNvPr id="13" name="TextBox 12">
            <a:extLst>
              <a:ext uri="{FF2B5EF4-FFF2-40B4-BE49-F238E27FC236}">
                <a16:creationId xmlns:a16="http://schemas.microsoft.com/office/drawing/2014/main" id="{1E9E2885-7EB6-450F-B022-25ECCB571A89}"/>
              </a:ext>
            </a:extLst>
          </p:cNvPr>
          <p:cNvSpPr txBox="1"/>
          <p:nvPr/>
        </p:nvSpPr>
        <p:spPr>
          <a:xfrm>
            <a:off x="4453086" y="2295525"/>
            <a:ext cx="6667500" cy="895350"/>
          </a:xfrm>
          <a:prstGeom prst="rect">
            <a:avLst/>
          </a:prstGeom>
          <a:noFill/>
        </p:spPr>
        <p:txBody>
          <a:bodyPr wrap="square" rtlCol="0">
            <a:normAutofit/>
          </a:bodyPr>
          <a:lstStyle/>
          <a:p>
            <a:pPr marL="0" algn="l">
              <a:spcBef>
                <a:spcPts val="1350"/>
              </a:spcBef>
              <a:spcAft>
                <a:spcPts val="1200"/>
              </a:spcAft>
              <a:buNone/>
            </a:pPr>
            <a:r>
              <a:rPr sz="1800" b="1" dirty="0">
                <a:solidFill>
                  <a:srgbClr val="0C2101"/>
                </a:solidFill>
                <a:effectLst/>
                <a:latin typeface="Aptos Display" panose="020B0004020202020204" pitchFamily="34" charset="0"/>
              </a:rPr>
              <a:t>Key limitations (bias) </a:t>
            </a:r>
            <a:endParaRPr dirty="0">
              <a:effectLst/>
            </a:endParaRPr>
          </a:p>
          <a:p>
            <a:pPr marL="0" algn="l">
              <a:spcBef>
                <a:spcPts val="600"/>
              </a:spcBef>
              <a:spcAft>
                <a:spcPts val="1200"/>
              </a:spcAft>
              <a:buNone/>
            </a:pPr>
            <a:r>
              <a:rPr lang="en-US" sz="1500" b="0" dirty="0">
                <a:solidFill>
                  <a:srgbClr val="0C2101"/>
                </a:solidFill>
                <a:effectLst/>
                <a:latin typeface="Aptos Display" panose="020B0004020202020204" pitchFamily="34" charset="0"/>
              </a:rPr>
              <a:t>Open label study</a:t>
            </a:r>
            <a:endParaRPr lang="en-US" dirty="0"/>
          </a:p>
        </p:txBody>
      </p:sp>
      <p:sp>
        <p:nvSpPr>
          <p:cNvPr id="14" name="TextBox 13">
            <a:extLst>
              <a:ext uri="{FF2B5EF4-FFF2-40B4-BE49-F238E27FC236}">
                <a16:creationId xmlns:a16="http://schemas.microsoft.com/office/drawing/2014/main" id="{AF734CDF-F136-4911-8ACB-855CB81C3B52}"/>
              </a:ext>
            </a:extLst>
          </p:cNvPr>
          <p:cNvSpPr txBox="1"/>
          <p:nvPr/>
        </p:nvSpPr>
        <p:spPr>
          <a:xfrm>
            <a:off x="4453086" y="4086225"/>
            <a:ext cx="6667500" cy="895350"/>
          </a:xfrm>
          <a:prstGeom prst="rect">
            <a:avLst/>
          </a:prstGeom>
          <a:noFill/>
        </p:spPr>
        <p:txBody>
          <a:bodyPr wrap="square" rtlCol="0">
            <a:normAutofit fontScale="92500" lnSpcReduction="20000"/>
          </a:bodyPr>
          <a:lstStyle/>
          <a:p>
            <a:pPr marL="0" algn="l">
              <a:spcBef>
                <a:spcPts val="1350"/>
              </a:spcBef>
              <a:spcAft>
                <a:spcPts val="1200"/>
              </a:spcAft>
              <a:buNone/>
            </a:pPr>
            <a:r>
              <a:rPr sz="1800" b="1" dirty="0">
                <a:solidFill>
                  <a:srgbClr val="0C2101"/>
                </a:solidFill>
                <a:effectLst/>
                <a:latin typeface="Aptos Display" panose="020B0004020202020204" pitchFamily="34" charset="0"/>
              </a:rPr>
              <a:t>External validity (real-world fit) </a:t>
            </a:r>
            <a:endParaRPr dirty="0">
              <a:effectLst/>
            </a:endParaRPr>
          </a:p>
          <a:p>
            <a:pPr marL="0" algn="l">
              <a:spcBef>
                <a:spcPts val="600"/>
              </a:spcBef>
              <a:spcAft>
                <a:spcPts val="1200"/>
              </a:spcAft>
              <a:buNone/>
            </a:pPr>
            <a:r>
              <a:rPr sz="1500" b="0" dirty="0">
                <a:solidFill>
                  <a:srgbClr val="0C2101"/>
                </a:solidFill>
                <a:effectLst/>
                <a:latin typeface="Aptos Display" panose="020B0004020202020204" pitchFamily="34" charset="0"/>
              </a:rPr>
              <a:t>Applicability depends on feasibility (cost, monitoring burden) and patient preferences; population differences can shift benefit and tolerability. </a:t>
            </a:r>
            <a:endParaRPr lang="en-US" dirty="0"/>
          </a:p>
        </p:txBody>
      </p:sp>
      <p:sp>
        <p:nvSpPr>
          <p:cNvPr id="15" name="TextBox 14">
            <a:extLst>
              <a:ext uri="{FF2B5EF4-FFF2-40B4-BE49-F238E27FC236}">
                <a16:creationId xmlns:a16="http://schemas.microsoft.com/office/drawing/2014/main" id="{546B3F79-48D0-4EC8-86A6-0DB98D179BC9}"/>
              </a:ext>
            </a:extLst>
          </p:cNvPr>
          <p:cNvSpPr txBox="1"/>
          <p:nvPr/>
        </p:nvSpPr>
        <p:spPr>
          <a:xfrm>
            <a:off x="4453086" y="5876925"/>
            <a:ext cx="6667500" cy="895350"/>
          </a:xfrm>
          <a:prstGeom prst="rect">
            <a:avLst/>
          </a:prstGeom>
          <a:noFill/>
        </p:spPr>
        <p:txBody>
          <a:bodyPr wrap="square" rtlCol="0">
            <a:normAutofit fontScale="92500" lnSpcReduction="20000"/>
          </a:bodyPr>
          <a:lstStyle/>
          <a:p>
            <a:pPr marL="0" algn="l">
              <a:spcBef>
                <a:spcPts val="1350"/>
              </a:spcBef>
              <a:spcAft>
                <a:spcPts val="1200"/>
              </a:spcAft>
              <a:buNone/>
            </a:pPr>
            <a:r>
              <a:rPr sz="1800" b="1">
                <a:solidFill>
                  <a:srgbClr val="0C2101"/>
                </a:solidFill>
                <a:effectLst/>
                <a:latin typeface="Aptos Display" panose="020B0004020202020204" pitchFamily="34" charset="0"/>
              </a:rPr>
              <a:t>Take-home messages </a:t>
            </a:r>
            <a:endParaRPr>
              <a:effectLst/>
            </a:endParaRPr>
          </a:p>
          <a:p>
            <a:pPr marL="0" algn="l">
              <a:spcBef>
                <a:spcPts val="600"/>
              </a:spcBef>
              <a:spcAft>
                <a:spcPts val="1200"/>
              </a:spcAft>
              <a:buNone/>
            </a:pPr>
            <a:r>
              <a:rPr sz="1500" b="0">
                <a:solidFill>
                  <a:srgbClr val="0C2101"/>
                </a:solidFill>
                <a:effectLst/>
                <a:latin typeface="Aptos Display" panose="020B0004020202020204" pitchFamily="34" charset="0"/>
              </a:rPr>
              <a:t>Moderate confidence: consider targeted use in psychiatry practice, but prioritize shared decisions and study gaps for future research. </a:t>
            </a:r>
            <a:endParaRPr lang="en-US"/>
          </a:p>
        </p:txBody>
      </p:sp>
    </p:spTree>
    <p:extLst>
      <p:ext uri="{BB962C8B-B14F-4D97-AF65-F5344CB8AC3E}">
        <p14:creationId xmlns:p14="http://schemas.microsoft.com/office/powerpoint/2010/main" val="2072836367"/>
      </p:ext>
    </p:extLst>
  </p:cSld>
  <p:clrMapOvr>
    <a:masterClrMapping/>
  </p:clrMapOvr>
</p:sld>
</file>

<file path=ppt/theme/theme1.xml><?xml version="1.0" encoding="utf-8"?>
<a:theme xmlns:a="http://schemas.openxmlformats.org/drawingml/2006/main" name="Chroma">
  <a:themeElements>
    <a:clrScheme name="Chroma">
      <a:dk1>
        <a:srgbClr val="131313"/>
      </a:dk1>
      <a:lt1>
        <a:sysClr val="window" lastClr="FFFFFF"/>
      </a:lt1>
      <a:dk2>
        <a:srgbClr val="0C233A"/>
      </a:dk2>
      <a:lt2>
        <a:srgbClr val="F5FAFD"/>
      </a:lt2>
      <a:accent1>
        <a:srgbClr val="4485DC"/>
      </a:accent1>
      <a:accent2>
        <a:srgbClr val="25AAD5"/>
      </a:accent2>
      <a:accent3>
        <a:srgbClr val="5BBEAC"/>
      </a:accent3>
      <a:accent4>
        <a:srgbClr val="6666E2"/>
      </a:accent4>
      <a:accent5>
        <a:srgbClr val="66C26C"/>
      </a:accent5>
      <a:accent6>
        <a:srgbClr val="10CF9B"/>
      </a:accent6>
      <a:hlink>
        <a:srgbClr val="4485DC"/>
      </a:hlink>
      <a:folHlink>
        <a:srgbClr val="25AAD5"/>
      </a:folHlink>
    </a:clrScheme>
    <a:fontScheme name="Custom 2">
      <a:majorFont>
        <a:latin typeface="Aptos Light"/>
        <a:ea typeface=""/>
        <a:cs typeface=""/>
      </a:majorFont>
      <a:minorFont>
        <a:latin typeface="Apto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hroma" id="{DC2B181E-9B25-4FFB-A269-A81149E37B96}" vid="{FD28A279-D9A1-4F6C-9122-D382EE67827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75CE36B-7578-4CD8-A1EE-AB0D9EA3EA56}">
  <ds:schemaRefs>
    <ds:schemaRef ds:uri="http://schemas.microsoft.com/sharepoint/v3/contenttype/forms"/>
  </ds:schemaRefs>
</ds:datastoreItem>
</file>

<file path=customXml/itemProps2.xml><?xml version="1.0" encoding="utf-8"?>
<ds:datastoreItem xmlns:ds="http://schemas.openxmlformats.org/officeDocument/2006/customXml" ds:itemID="{D1765D7D-D5CE-4522-8099-745D903F48D3}">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s>
</ds:datastoreItem>
</file>

<file path=customXml/itemProps3.xml><?xml version="1.0" encoding="utf-8"?>
<ds:datastoreItem xmlns:ds="http://schemas.openxmlformats.org/officeDocument/2006/customXml" ds:itemID="{9145BFBA-5402-4A2B-A3EF-0CBC5F583FFF}">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Chroma</Template>
  <TotalTime>0</TotalTime>
  <Words>2029</Words>
  <Application>Microsoft Office PowerPoint</Application>
  <PresentationFormat>Widescreen</PresentationFormat>
  <Paragraphs>109</Paragraphs>
  <Slides>18</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Aptos</vt:lpstr>
      <vt:lpstr>Aptos Display</vt:lpstr>
      <vt:lpstr>Aptos Light</vt:lpstr>
      <vt:lpstr>Arial</vt:lpstr>
      <vt:lpstr>Calibri</vt:lpstr>
      <vt:lpstr>Chroma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lastModifiedBy>Emilio Hospedales</cp:lastModifiedBy>
  <cp:revision>1</cp:revision>
  <dcterms:created xsi:type="dcterms:W3CDTF">2025-08-21T22:55:37Z</dcterms:created>
  <dcterms:modified xsi:type="dcterms:W3CDTF">2026-03-16T20:31:32Z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